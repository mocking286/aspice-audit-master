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897F-3891-2CED-B59C-0DCD60BBB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91827-78A8-BC7C-A35E-43AADC06E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216B-A77B-563F-6B65-F7FF89D57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284BC-5CD2-824A-C88F-506E3E4CC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E8D65-C347-FED8-1D91-1DCC4E88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94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E3A92-CAE2-C7FD-5184-1778FEC71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B03C5-9D61-F903-7DDD-DEDF25654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495DA-726D-D5ED-DC9F-EB61A754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11FD7-7238-484E-0791-E5A3F457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0D5A0-223F-68B5-B63E-321E723F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9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61B1-DDBA-1E67-CCF4-7BD9899A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09D21-E524-4C5C-97A0-92A754FF4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DA699-E68C-2458-65DF-61213D91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C152B-EDB4-66BB-3219-27AA0EFC6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24522-DFAD-1208-51E1-BD6471BB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9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CB7F-BD3E-34C9-1F71-89516550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D1AC2-4841-2A6E-3F40-033B976550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5A2DE-6D9B-259F-9096-F94492250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636D8-6BD0-3297-148E-5AC3B7E6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2EFB2-DE55-A274-6348-EA329F50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84A31-C19C-4604-DAF7-90EA4CB5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23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60A6-1896-4DD1-09C9-A71DA442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D817B-11B3-CC66-ECE1-660BEAB5F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C80F3-676D-BB8E-DBC3-3FF8477F0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FC975-BAE1-B9CA-C4EB-673E5F0E5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0A3F-9F99-D0CF-A286-7DBE61AB6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99DBC-89C8-08DE-D173-041EE621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A2CD7-1716-351C-72A9-4AD6F0AE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559AF-1095-ABB3-9B36-A6345C2B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2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1553-907B-3BB9-6DDC-75AD9F6E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1EB035-0FE1-DC68-A3AD-58E408580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3F17C-220F-A49D-EFF4-5B319E3D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A4934-8E4E-CA65-646E-9C273CC8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3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A62E5-46D5-CDB2-B905-92BED0465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54F5C-E45D-48FB-3080-9615EDD3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8D2F4-966E-F974-A20A-6E0A408FE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3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D950-C5CE-58E9-C9E4-78A6C3EB8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A5A56-1F8F-5705-8B4D-6859A1806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A214A-361C-957B-65B5-D0F47FB5F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5B0E6-0A72-6CB1-079E-12A5CBE4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49883-DDEF-310B-9A20-2A7F6F31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987BE-60CE-ED97-1F02-E2A1A7F8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5323-B67C-F464-7FBA-343A39B3C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16182-680D-6555-FB4C-64223E78C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9E74B-7FBD-E1DA-8477-E32E7E5BB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27F82-5CD6-B76F-E942-45A40607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E6EE1-6FF8-DF02-9990-ADC891540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6CBD6-1E62-F12A-640D-7609AEAC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8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3AD2-F2A8-C4E7-BD23-83D91D62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BCF8D-341F-AAF6-367F-E3A92CC00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1FD7C-7D13-0C56-F91C-6C0F8801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B002B-F02A-F02D-E405-E312683E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30D6E-7AE4-6C9C-F3DC-05E22BD1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1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8C9324-209C-FD5C-B2F9-61CDE7311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69DDD-0B85-3270-D80A-FF3EA243B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5D347-1ACB-D9B8-D4C2-F72A19BE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2BED4-19A4-2DB0-498A-6C010C2A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63D4-58BA-3F86-8665-D63EBAEF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B3AC3-8049-01CF-FE49-BE8C165F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4936A-C7AD-9CEF-E2C1-9C9D45EEF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F6271-FE25-5C6D-168C-3128BADB9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5C8D8-D01B-4825-B16E-15EA3660FD0A}" type="datetimeFigureOut">
              <a:rPr lang="en-US" smtClean="0"/>
              <a:t>2026/07/23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CA435-293C-8931-D2D9-0B939CD18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2A8F-E469-A14F-4384-E664778F5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FC06E-A4C2-4CAA-8423-8606E39C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9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F27902-0156-0DC3-D23E-1E850E9778F8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1C049D-BC91-6EC6-0365-79B65EAACCC7}"/>
              </a:ext>
            </a:extLst>
          </p:cNvPr>
          <p:cNvSpPr/>
          <p:nvPr/>
        </p:nvSpPr>
        <p:spPr>
          <a:xfrm>
            <a:off x="0" y="0"/>
            <a:ext cx="863600" cy="9144000"/>
          </a:xfrm>
          <a:prstGeom prst="rect">
            <a:avLst/>
          </a:prstGeom>
          <a:solidFill>
            <a:srgbClr val="E8EE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FC5495-6F0D-87FC-436D-995DA1A6EC9C}"/>
              </a:ext>
            </a:extLst>
          </p:cNvPr>
          <p:cNvSpPr/>
          <p:nvPr/>
        </p:nvSpPr>
        <p:spPr>
          <a:xfrm>
            <a:off x="203200" y="279400"/>
            <a:ext cx="3683000" cy="482600"/>
          </a:xfrm>
          <a:prstGeom prst="roundRect">
            <a:avLst/>
          </a:prstGeom>
          <a:solidFill>
            <a:srgbClr val="FF82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B7A68-7074-3671-D30C-1DB6DABBB2F3}"/>
              </a:ext>
            </a:extLst>
          </p:cNvPr>
          <p:cNvSpPr txBox="1"/>
          <p:nvPr/>
        </p:nvSpPr>
        <p:spPr>
          <a:xfrm>
            <a:off x="4254500" y="254000"/>
            <a:ext cx="7747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30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aspice-audit-master-edge-extension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44311-E2D1-2A07-AB89-C157FFCC5681}"/>
              </a:ext>
            </a:extLst>
          </p:cNvPr>
          <p:cNvSpPr txBox="1"/>
          <p:nvPr/>
        </p:nvSpPr>
        <p:spPr>
          <a:xfrm>
            <a:off x="4279900" y="736600"/>
            <a:ext cx="800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ja-JP" altLang="en-US" sz="12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三周开发甘特图 </a:t>
            </a:r>
            <a:r>
              <a:rPr lang="en-US" altLang="ja-JP" sz="12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2026/07/23 - 2026/08/14 | </a:t>
            </a:r>
            <a:r>
              <a:rPr lang="en-US" sz="12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Leadership report 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63C6DC-AB64-2959-1521-50C477232779}"/>
              </a:ext>
            </a:extLst>
          </p:cNvPr>
          <p:cNvSpPr/>
          <p:nvPr/>
        </p:nvSpPr>
        <p:spPr>
          <a:xfrm>
            <a:off x="11938000" y="203200"/>
            <a:ext cx="3810000" cy="660400"/>
          </a:xfrm>
          <a:prstGeom prst="rect">
            <a:avLst/>
          </a:prstGeom>
          <a:solidFill>
            <a:srgbClr val="FFFFEC"/>
          </a:solidFill>
          <a:ln w="12700">
            <a:solidFill>
              <a:srgbClr val="FF821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07A47-968D-A99F-D0FD-C1BDFE3E871E}"/>
              </a:ext>
            </a:extLst>
          </p:cNvPr>
          <p:cNvSpPr txBox="1"/>
          <p:nvPr/>
        </p:nvSpPr>
        <p:spPr>
          <a:xfrm>
            <a:off x="12039600" y="292100"/>
            <a:ext cx="3606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目标：完成 </a:t>
            </a:r>
            <a:r>
              <a:rPr lang="en-US" altLang="zh-CN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联动稳定化、</a:t>
            </a:r>
            <a:r>
              <a:rPr lang="en-US" altLang="zh-CN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审核增强、正式报告输出与试点发布</a:t>
            </a:r>
            <a:endParaRPr lang="en-US" sz="900" b="1">
              <a:solidFill>
                <a:srgbClr val="00B25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9C4F91-09E0-782D-DFFD-4921C4EF24F0}"/>
              </a:ext>
            </a:extLst>
          </p:cNvPr>
          <p:cNvSpPr/>
          <p:nvPr/>
        </p:nvSpPr>
        <p:spPr>
          <a:xfrm>
            <a:off x="1473200" y="990600"/>
            <a:ext cx="11379200" cy="381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2A6A21-E935-4EB4-9662-6B1A283880F9}"/>
              </a:ext>
            </a:extLst>
          </p:cNvPr>
          <p:cNvSpPr txBox="1"/>
          <p:nvPr/>
        </p:nvSpPr>
        <p:spPr>
          <a:xfrm>
            <a:off x="4648200" y="1041400"/>
            <a:ext cx="965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Kickoff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45E96-0CA1-92AB-B2FC-D128DE80EB21}"/>
              </a:ext>
            </a:extLst>
          </p:cNvPr>
          <p:cNvSpPr txBox="1"/>
          <p:nvPr/>
        </p:nvSpPr>
        <p:spPr>
          <a:xfrm>
            <a:off x="5613400" y="1041400"/>
            <a:ext cx="2413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Week 1: Baseline &amp; Helix Fix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A282F2-C341-FF86-5737-C71A27DA38FE}"/>
              </a:ext>
            </a:extLst>
          </p:cNvPr>
          <p:cNvSpPr txBox="1"/>
          <p:nvPr/>
        </p:nvSpPr>
        <p:spPr>
          <a:xfrm>
            <a:off x="8026400" y="1041400"/>
            <a:ext cx="2413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Week 2: Audit Intelligence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29F3C1-1419-041E-C87F-95A51CF3624C}"/>
              </a:ext>
            </a:extLst>
          </p:cNvPr>
          <p:cNvSpPr txBox="1"/>
          <p:nvPr/>
        </p:nvSpPr>
        <p:spPr>
          <a:xfrm>
            <a:off x="10439400" y="1041400"/>
            <a:ext cx="2413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Week 3: Pilot Release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D21AE-BA7F-2CE1-EC59-9DBFE0B39FC2}"/>
              </a:ext>
            </a:extLst>
          </p:cNvPr>
          <p:cNvSpPr/>
          <p:nvPr/>
        </p:nvSpPr>
        <p:spPr>
          <a:xfrm>
            <a:off x="1473200" y="1397000"/>
            <a:ext cx="3175000" cy="660400"/>
          </a:xfrm>
          <a:prstGeom prst="rect">
            <a:avLst/>
          </a:prstGeom>
          <a:solidFill>
            <a:srgbClr val="DAE6F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3C0ED-DE4E-1B5F-27A5-9A87201D4FE6}"/>
              </a:ext>
            </a:extLst>
          </p:cNvPr>
          <p:cNvSpPr txBox="1"/>
          <p:nvPr/>
        </p:nvSpPr>
        <p:spPr>
          <a:xfrm>
            <a:off x="1574800" y="1600200"/>
            <a:ext cx="2971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Workstream / Deliverable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0B1CED-5E60-62AD-1A25-F8E93798B4DC}"/>
              </a:ext>
            </a:extLst>
          </p:cNvPr>
          <p:cNvSpPr/>
          <p:nvPr/>
        </p:nvSpPr>
        <p:spPr>
          <a:xfrm>
            <a:off x="4648200" y="1397000"/>
            <a:ext cx="482600" cy="660400"/>
          </a:xfrm>
          <a:prstGeom prst="rect">
            <a:avLst/>
          </a:prstGeom>
          <a:solidFill>
            <a:srgbClr val="EDF4F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633DE7-F873-0D19-226B-019A79A9FEAA}"/>
              </a:ext>
            </a:extLst>
          </p:cNvPr>
          <p:cNvSpPr txBox="1"/>
          <p:nvPr/>
        </p:nvSpPr>
        <p:spPr>
          <a:xfrm>
            <a:off x="46736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7/23
Thu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60AE41-6B48-1FDC-0BF4-B18DB861F711}"/>
              </a:ext>
            </a:extLst>
          </p:cNvPr>
          <p:cNvSpPr/>
          <p:nvPr/>
        </p:nvSpPr>
        <p:spPr>
          <a:xfrm>
            <a:off x="5130800" y="1397000"/>
            <a:ext cx="482600" cy="6604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039FC-0E19-2F49-14E9-0FA755AC3383}"/>
              </a:ext>
            </a:extLst>
          </p:cNvPr>
          <p:cNvSpPr txBox="1"/>
          <p:nvPr/>
        </p:nvSpPr>
        <p:spPr>
          <a:xfrm>
            <a:off x="51562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7/24
Fri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707014-FB2D-E378-36D5-FDF996CDA636}"/>
              </a:ext>
            </a:extLst>
          </p:cNvPr>
          <p:cNvSpPr/>
          <p:nvPr/>
        </p:nvSpPr>
        <p:spPr>
          <a:xfrm>
            <a:off x="5613400" y="1397000"/>
            <a:ext cx="482600" cy="660400"/>
          </a:xfrm>
          <a:prstGeom prst="rect">
            <a:avLst/>
          </a:prstGeom>
          <a:solidFill>
            <a:srgbClr val="EDF4F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A40AE5-EC47-2813-6869-BE6650C3B129}"/>
              </a:ext>
            </a:extLst>
          </p:cNvPr>
          <p:cNvSpPr txBox="1"/>
          <p:nvPr/>
        </p:nvSpPr>
        <p:spPr>
          <a:xfrm>
            <a:off x="56388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7/27
Mon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52B2E3-33F0-BA94-7E25-8C4D052A9640}"/>
              </a:ext>
            </a:extLst>
          </p:cNvPr>
          <p:cNvSpPr/>
          <p:nvPr/>
        </p:nvSpPr>
        <p:spPr>
          <a:xfrm>
            <a:off x="6096000" y="1397000"/>
            <a:ext cx="482600" cy="6604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AFE362-B88F-53EB-F479-FF8652B9A1BB}"/>
              </a:ext>
            </a:extLst>
          </p:cNvPr>
          <p:cNvSpPr txBox="1"/>
          <p:nvPr/>
        </p:nvSpPr>
        <p:spPr>
          <a:xfrm>
            <a:off x="61214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7/28
Tue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000741-94D5-25F6-8A8B-80C85A35C980}"/>
              </a:ext>
            </a:extLst>
          </p:cNvPr>
          <p:cNvSpPr/>
          <p:nvPr/>
        </p:nvSpPr>
        <p:spPr>
          <a:xfrm>
            <a:off x="6578600" y="1397000"/>
            <a:ext cx="482600" cy="660400"/>
          </a:xfrm>
          <a:prstGeom prst="rect">
            <a:avLst/>
          </a:prstGeom>
          <a:solidFill>
            <a:srgbClr val="EDF4F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7DC5D6-744E-38BC-8490-D8F5D39C2A38}"/>
              </a:ext>
            </a:extLst>
          </p:cNvPr>
          <p:cNvSpPr txBox="1"/>
          <p:nvPr/>
        </p:nvSpPr>
        <p:spPr>
          <a:xfrm>
            <a:off x="66040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7/29
Wed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2B1F59-401E-C5AB-3253-AED2C9A72127}"/>
              </a:ext>
            </a:extLst>
          </p:cNvPr>
          <p:cNvSpPr/>
          <p:nvPr/>
        </p:nvSpPr>
        <p:spPr>
          <a:xfrm>
            <a:off x="7061200" y="1397000"/>
            <a:ext cx="482600" cy="6604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C3E8CB-94FE-5F7B-268A-5D60AC576101}"/>
              </a:ext>
            </a:extLst>
          </p:cNvPr>
          <p:cNvSpPr txBox="1"/>
          <p:nvPr/>
        </p:nvSpPr>
        <p:spPr>
          <a:xfrm>
            <a:off x="70866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7/30
Thu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349447-158B-03A8-FCE9-E1DE4655684A}"/>
              </a:ext>
            </a:extLst>
          </p:cNvPr>
          <p:cNvSpPr/>
          <p:nvPr/>
        </p:nvSpPr>
        <p:spPr>
          <a:xfrm>
            <a:off x="7543800" y="1397000"/>
            <a:ext cx="482600" cy="660400"/>
          </a:xfrm>
          <a:prstGeom prst="rect">
            <a:avLst/>
          </a:prstGeom>
          <a:solidFill>
            <a:srgbClr val="EDF4F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FF53F6-7EFA-1528-3274-175FF964DE1B}"/>
              </a:ext>
            </a:extLst>
          </p:cNvPr>
          <p:cNvSpPr txBox="1"/>
          <p:nvPr/>
        </p:nvSpPr>
        <p:spPr>
          <a:xfrm>
            <a:off x="75692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7/31
Fri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D65354-C2D2-2ADE-4608-A9C05555EADF}"/>
              </a:ext>
            </a:extLst>
          </p:cNvPr>
          <p:cNvSpPr/>
          <p:nvPr/>
        </p:nvSpPr>
        <p:spPr>
          <a:xfrm>
            <a:off x="8026400" y="1397000"/>
            <a:ext cx="482600" cy="6604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28B29F-C7FB-77D6-3443-807B6A75513E}"/>
              </a:ext>
            </a:extLst>
          </p:cNvPr>
          <p:cNvSpPr txBox="1"/>
          <p:nvPr/>
        </p:nvSpPr>
        <p:spPr>
          <a:xfrm>
            <a:off x="80518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8/3
Mon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A859A4-8781-A2CD-AD75-6D5498DEB518}"/>
              </a:ext>
            </a:extLst>
          </p:cNvPr>
          <p:cNvSpPr/>
          <p:nvPr/>
        </p:nvSpPr>
        <p:spPr>
          <a:xfrm>
            <a:off x="8509000" y="1397000"/>
            <a:ext cx="482600" cy="660400"/>
          </a:xfrm>
          <a:prstGeom prst="rect">
            <a:avLst/>
          </a:prstGeom>
          <a:solidFill>
            <a:srgbClr val="EDF4F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A275A0-D7A6-6961-7F8E-5BE62426D0B9}"/>
              </a:ext>
            </a:extLst>
          </p:cNvPr>
          <p:cNvSpPr txBox="1"/>
          <p:nvPr/>
        </p:nvSpPr>
        <p:spPr>
          <a:xfrm>
            <a:off x="85344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8/4
Tue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6C60D1-C738-7D38-0233-C38E3CEF09DD}"/>
              </a:ext>
            </a:extLst>
          </p:cNvPr>
          <p:cNvSpPr/>
          <p:nvPr/>
        </p:nvSpPr>
        <p:spPr>
          <a:xfrm>
            <a:off x="8991600" y="1397000"/>
            <a:ext cx="482600" cy="6604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DAC44C-A104-128D-5580-72E73FB5BA7B}"/>
              </a:ext>
            </a:extLst>
          </p:cNvPr>
          <p:cNvSpPr txBox="1"/>
          <p:nvPr/>
        </p:nvSpPr>
        <p:spPr>
          <a:xfrm>
            <a:off x="90170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8/5
Wed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FC40BF-A18F-D93F-3687-83174BB6FE08}"/>
              </a:ext>
            </a:extLst>
          </p:cNvPr>
          <p:cNvSpPr/>
          <p:nvPr/>
        </p:nvSpPr>
        <p:spPr>
          <a:xfrm>
            <a:off x="9474200" y="1397000"/>
            <a:ext cx="482600" cy="660400"/>
          </a:xfrm>
          <a:prstGeom prst="rect">
            <a:avLst/>
          </a:prstGeom>
          <a:solidFill>
            <a:srgbClr val="EDF4F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22724-0F96-9C48-C664-0182FC6A951D}"/>
              </a:ext>
            </a:extLst>
          </p:cNvPr>
          <p:cNvSpPr txBox="1"/>
          <p:nvPr/>
        </p:nvSpPr>
        <p:spPr>
          <a:xfrm>
            <a:off x="94996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8/6
Thu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103193-60A3-C4E3-BAA5-45D5F4E23E3F}"/>
              </a:ext>
            </a:extLst>
          </p:cNvPr>
          <p:cNvSpPr/>
          <p:nvPr/>
        </p:nvSpPr>
        <p:spPr>
          <a:xfrm>
            <a:off x="9956800" y="1397000"/>
            <a:ext cx="482600" cy="6604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EF4F51-0560-D829-6F9D-139D23029B5B}"/>
              </a:ext>
            </a:extLst>
          </p:cNvPr>
          <p:cNvSpPr txBox="1"/>
          <p:nvPr/>
        </p:nvSpPr>
        <p:spPr>
          <a:xfrm>
            <a:off x="99822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8/7
Fri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E5CA19-0BE6-BC4A-877B-01E7A54FBF65}"/>
              </a:ext>
            </a:extLst>
          </p:cNvPr>
          <p:cNvSpPr/>
          <p:nvPr/>
        </p:nvSpPr>
        <p:spPr>
          <a:xfrm>
            <a:off x="10439400" y="1397000"/>
            <a:ext cx="482600" cy="660400"/>
          </a:xfrm>
          <a:prstGeom prst="rect">
            <a:avLst/>
          </a:prstGeom>
          <a:solidFill>
            <a:srgbClr val="EDF4F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BD5304-55F3-8138-10DC-AD81B5173080}"/>
              </a:ext>
            </a:extLst>
          </p:cNvPr>
          <p:cNvSpPr txBox="1"/>
          <p:nvPr/>
        </p:nvSpPr>
        <p:spPr>
          <a:xfrm>
            <a:off x="104648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8/10
Mon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783CAB-84B2-5D5E-9A52-9FF1C5C1DD14}"/>
              </a:ext>
            </a:extLst>
          </p:cNvPr>
          <p:cNvSpPr/>
          <p:nvPr/>
        </p:nvSpPr>
        <p:spPr>
          <a:xfrm>
            <a:off x="10922000" y="1397000"/>
            <a:ext cx="482600" cy="6604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B2CA40-B95E-E966-1B0F-19F5D20EC932}"/>
              </a:ext>
            </a:extLst>
          </p:cNvPr>
          <p:cNvSpPr txBox="1"/>
          <p:nvPr/>
        </p:nvSpPr>
        <p:spPr>
          <a:xfrm>
            <a:off x="109474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8/11
Tue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B6A6BC-5FAC-B73A-4C9C-878691BBBEA4}"/>
              </a:ext>
            </a:extLst>
          </p:cNvPr>
          <p:cNvSpPr/>
          <p:nvPr/>
        </p:nvSpPr>
        <p:spPr>
          <a:xfrm>
            <a:off x="11404600" y="1397000"/>
            <a:ext cx="482600" cy="660400"/>
          </a:xfrm>
          <a:prstGeom prst="rect">
            <a:avLst/>
          </a:prstGeom>
          <a:solidFill>
            <a:srgbClr val="EDF4F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DA577E-9394-82F6-9996-97808750238E}"/>
              </a:ext>
            </a:extLst>
          </p:cNvPr>
          <p:cNvSpPr txBox="1"/>
          <p:nvPr/>
        </p:nvSpPr>
        <p:spPr>
          <a:xfrm>
            <a:off x="114300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8/12
Wed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E15843-D856-45E9-FD2C-AFDAF93C023C}"/>
              </a:ext>
            </a:extLst>
          </p:cNvPr>
          <p:cNvSpPr/>
          <p:nvPr/>
        </p:nvSpPr>
        <p:spPr>
          <a:xfrm>
            <a:off x="11887200" y="1397000"/>
            <a:ext cx="482600" cy="6604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19D581-E0B2-C1C2-18C0-D25A1E955DB0}"/>
              </a:ext>
            </a:extLst>
          </p:cNvPr>
          <p:cNvSpPr txBox="1"/>
          <p:nvPr/>
        </p:nvSpPr>
        <p:spPr>
          <a:xfrm>
            <a:off x="119126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8/13
Thu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55F2EF-F600-08B7-7CEC-8B12DBE08246}"/>
              </a:ext>
            </a:extLst>
          </p:cNvPr>
          <p:cNvSpPr/>
          <p:nvPr/>
        </p:nvSpPr>
        <p:spPr>
          <a:xfrm>
            <a:off x="12369800" y="1397000"/>
            <a:ext cx="482600" cy="660400"/>
          </a:xfrm>
          <a:prstGeom prst="rect">
            <a:avLst/>
          </a:prstGeom>
          <a:solidFill>
            <a:srgbClr val="EDF4F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B650F4-DE75-03C9-1B90-1EC132B1DB40}"/>
              </a:ext>
            </a:extLst>
          </p:cNvPr>
          <p:cNvSpPr txBox="1"/>
          <p:nvPr/>
        </p:nvSpPr>
        <p:spPr>
          <a:xfrm>
            <a:off x="12395200" y="1473200"/>
            <a:ext cx="431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8/14
Fri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F247944-0261-9C57-72CC-63C33BC7208B}"/>
              </a:ext>
            </a:extLst>
          </p:cNvPr>
          <p:cNvSpPr/>
          <p:nvPr/>
        </p:nvSpPr>
        <p:spPr>
          <a:xfrm>
            <a:off x="1473200" y="2057400"/>
            <a:ext cx="3175000" cy="4572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CA509A-1D28-E47F-573A-571E92DED824}"/>
              </a:ext>
            </a:extLst>
          </p:cNvPr>
          <p:cNvSpPr txBox="1"/>
          <p:nvPr/>
        </p:nvSpPr>
        <p:spPr>
          <a:xfrm>
            <a:off x="1574800" y="2108200"/>
            <a:ext cx="11684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PM / Scope control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9A8CF8-DF60-E330-53E8-2181BD813247}"/>
              </a:ext>
            </a:extLst>
          </p:cNvPr>
          <p:cNvSpPr txBox="1"/>
          <p:nvPr/>
        </p:nvSpPr>
        <p:spPr>
          <a:xfrm>
            <a:off x="2768600" y="2108200"/>
            <a:ext cx="1803400" cy="13337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zh-CN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范围冻结、里程碑、领导汇报节奏</a:t>
            </a:r>
            <a:endParaRPr lang="en-US" sz="700">
              <a:solidFill>
                <a:srgbClr val="53617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71A70AA-BD9C-A09C-6B4B-BBEF29459840}"/>
              </a:ext>
            </a:extLst>
          </p:cNvPr>
          <p:cNvSpPr/>
          <p:nvPr/>
        </p:nvSpPr>
        <p:spPr>
          <a:xfrm>
            <a:off x="46482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13AD668-98CD-6CA7-56A4-C3A41E2140E5}"/>
              </a:ext>
            </a:extLst>
          </p:cNvPr>
          <p:cNvSpPr/>
          <p:nvPr/>
        </p:nvSpPr>
        <p:spPr>
          <a:xfrm>
            <a:off x="51308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25911A9-6E86-D20A-D674-2D5A574FC325}"/>
              </a:ext>
            </a:extLst>
          </p:cNvPr>
          <p:cNvSpPr/>
          <p:nvPr/>
        </p:nvSpPr>
        <p:spPr>
          <a:xfrm>
            <a:off x="56134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992800-8DF5-3EB3-A208-CE2E1A4E8A52}"/>
              </a:ext>
            </a:extLst>
          </p:cNvPr>
          <p:cNvSpPr/>
          <p:nvPr/>
        </p:nvSpPr>
        <p:spPr>
          <a:xfrm>
            <a:off x="60960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1493675-B263-C0FA-05AA-937B9C8A7CE7}"/>
              </a:ext>
            </a:extLst>
          </p:cNvPr>
          <p:cNvSpPr/>
          <p:nvPr/>
        </p:nvSpPr>
        <p:spPr>
          <a:xfrm>
            <a:off x="65786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CE9E9C3-4D1F-6691-824D-172746D76B95}"/>
              </a:ext>
            </a:extLst>
          </p:cNvPr>
          <p:cNvSpPr/>
          <p:nvPr/>
        </p:nvSpPr>
        <p:spPr>
          <a:xfrm>
            <a:off x="70612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7895ECC-6E11-1D02-83A8-E0DBD0D0BFBF}"/>
              </a:ext>
            </a:extLst>
          </p:cNvPr>
          <p:cNvSpPr/>
          <p:nvPr/>
        </p:nvSpPr>
        <p:spPr>
          <a:xfrm>
            <a:off x="75438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5C74928-BE90-3CCE-9D35-E8964ABC4A1A}"/>
              </a:ext>
            </a:extLst>
          </p:cNvPr>
          <p:cNvSpPr/>
          <p:nvPr/>
        </p:nvSpPr>
        <p:spPr>
          <a:xfrm>
            <a:off x="80264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217EF67-7452-F710-DDAD-5AC5B448944B}"/>
              </a:ext>
            </a:extLst>
          </p:cNvPr>
          <p:cNvSpPr/>
          <p:nvPr/>
        </p:nvSpPr>
        <p:spPr>
          <a:xfrm>
            <a:off x="85090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485357B-CC8C-034E-8096-98793C7C292C}"/>
              </a:ext>
            </a:extLst>
          </p:cNvPr>
          <p:cNvSpPr/>
          <p:nvPr/>
        </p:nvSpPr>
        <p:spPr>
          <a:xfrm>
            <a:off x="89916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C0F425F-F0EC-9801-B8BE-EF1911646E14}"/>
              </a:ext>
            </a:extLst>
          </p:cNvPr>
          <p:cNvSpPr/>
          <p:nvPr/>
        </p:nvSpPr>
        <p:spPr>
          <a:xfrm>
            <a:off x="94742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2D23278-AABB-863F-02F2-0DE2BE9B411D}"/>
              </a:ext>
            </a:extLst>
          </p:cNvPr>
          <p:cNvSpPr/>
          <p:nvPr/>
        </p:nvSpPr>
        <p:spPr>
          <a:xfrm>
            <a:off x="99568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CC1EAFA-FD32-A48D-2CF4-58259094AE5C}"/>
              </a:ext>
            </a:extLst>
          </p:cNvPr>
          <p:cNvSpPr/>
          <p:nvPr/>
        </p:nvSpPr>
        <p:spPr>
          <a:xfrm>
            <a:off x="104394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4F03F7-52AF-F9A6-9877-58B5C0C6210C}"/>
              </a:ext>
            </a:extLst>
          </p:cNvPr>
          <p:cNvSpPr/>
          <p:nvPr/>
        </p:nvSpPr>
        <p:spPr>
          <a:xfrm>
            <a:off x="109220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73D3BF4-1213-8911-41E9-AEE942CF693D}"/>
              </a:ext>
            </a:extLst>
          </p:cNvPr>
          <p:cNvSpPr/>
          <p:nvPr/>
        </p:nvSpPr>
        <p:spPr>
          <a:xfrm>
            <a:off x="114046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1C34CD0-71A4-13FD-5EBD-C46FCED61751}"/>
              </a:ext>
            </a:extLst>
          </p:cNvPr>
          <p:cNvSpPr/>
          <p:nvPr/>
        </p:nvSpPr>
        <p:spPr>
          <a:xfrm>
            <a:off x="118872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A0A9D81-E382-E1B1-602D-3997D3202713}"/>
              </a:ext>
            </a:extLst>
          </p:cNvPr>
          <p:cNvSpPr/>
          <p:nvPr/>
        </p:nvSpPr>
        <p:spPr>
          <a:xfrm>
            <a:off x="12369800" y="20574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9B96D74-B297-D077-5384-5719423B3041}"/>
              </a:ext>
            </a:extLst>
          </p:cNvPr>
          <p:cNvSpPr/>
          <p:nvPr/>
        </p:nvSpPr>
        <p:spPr>
          <a:xfrm>
            <a:off x="4699000" y="2146300"/>
            <a:ext cx="863600" cy="279400"/>
          </a:xfrm>
          <a:prstGeom prst="roundRect">
            <a:avLst/>
          </a:prstGeom>
          <a:solidFill>
            <a:srgbClr val="FF82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9139D1-2076-E148-ECC3-19CC8C2F1293}"/>
              </a:ext>
            </a:extLst>
          </p:cNvPr>
          <p:cNvSpPr txBox="1"/>
          <p:nvPr/>
        </p:nvSpPr>
        <p:spPr>
          <a:xfrm>
            <a:off x="4762500" y="2171700"/>
            <a:ext cx="7366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Kickoff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1B0C75A-B512-EB6E-262C-C8BAF15F1C0E}"/>
              </a:ext>
            </a:extLst>
          </p:cNvPr>
          <p:cNvSpPr/>
          <p:nvPr/>
        </p:nvSpPr>
        <p:spPr>
          <a:xfrm>
            <a:off x="7721600" y="2222500"/>
            <a:ext cx="127000" cy="127000"/>
          </a:xfrm>
          <a:prstGeom prst="ellipse">
            <a:avLst/>
          </a:prstGeom>
          <a:solidFill>
            <a:srgbClr val="FF821F"/>
          </a:solidFill>
          <a:ln w="12700">
            <a:solidFill>
              <a:srgbClr val="FF82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D5204E9-64A2-F846-5F5A-AE123E5A92CC}"/>
              </a:ext>
            </a:extLst>
          </p:cNvPr>
          <p:cNvSpPr txBox="1"/>
          <p:nvPr/>
        </p:nvSpPr>
        <p:spPr>
          <a:xfrm>
            <a:off x="7226300" y="2298700"/>
            <a:ext cx="11176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821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M1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278E268-C324-7886-078A-7F4A8CA74556}"/>
              </a:ext>
            </a:extLst>
          </p:cNvPr>
          <p:cNvSpPr/>
          <p:nvPr/>
        </p:nvSpPr>
        <p:spPr>
          <a:xfrm>
            <a:off x="10134600" y="2222500"/>
            <a:ext cx="127000" cy="127000"/>
          </a:xfrm>
          <a:prstGeom prst="ellipse">
            <a:avLst/>
          </a:prstGeom>
          <a:solidFill>
            <a:srgbClr val="FF821F"/>
          </a:solidFill>
          <a:ln w="12700">
            <a:solidFill>
              <a:srgbClr val="FF82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3B9B98-1C0B-5F04-6C7F-C57CDFF565D7}"/>
              </a:ext>
            </a:extLst>
          </p:cNvPr>
          <p:cNvSpPr txBox="1"/>
          <p:nvPr/>
        </p:nvSpPr>
        <p:spPr>
          <a:xfrm>
            <a:off x="9639300" y="2298700"/>
            <a:ext cx="11176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821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7129346-6247-03AE-B6A6-3A7A768EF45D}"/>
              </a:ext>
            </a:extLst>
          </p:cNvPr>
          <p:cNvSpPr/>
          <p:nvPr/>
        </p:nvSpPr>
        <p:spPr>
          <a:xfrm>
            <a:off x="12547600" y="2222500"/>
            <a:ext cx="127000" cy="127000"/>
          </a:xfrm>
          <a:prstGeom prst="ellipse">
            <a:avLst/>
          </a:prstGeom>
          <a:solidFill>
            <a:srgbClr val="FF821F"/>
          </a:solidFill>
          <a:ln w="12700">
            <a:solidFill>
              <a:srgbClr val="FF82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F91E18-E8EB-70C2-0437-A34181A65C39}"/>
              </a:ext>
            </a:extLst>
          </p:cNvPr>
          <p:cNvSpPr txBox="1"/>
          <p:nvPr/>
        </p:nvSpPr>
        <p:spPr>
          <a:xfrm>
            <a:off x="12052300" y="2298700"/>
            <a:ext cx="11176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821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ED1F0BF-E99C-DCB7-30B8-8E4DCC0BFE63}"/>
              </a:ext>
            </a:extLst>
          </p:cNvPr>
          <p:cNvSpPr/>
          <p:nvPr/>
        </p:nvSpPr>
        <p:spPr>
          <a:xfrm>
            <a:off x="1473200" y="2514600"/>
            <a:ext cx="3175000" cy="457200"/>
          </a:xfrm>
          <a:prstGeom prst="rect">
            <a:avLst/>
          </a:prstGeom>
          <a:solidFill>
            <a:srgbClr val="D7E3E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39B2F1-903F-AEF0-5811-4EFC54E2D060}"/>
              </a:ext>
            </a:extLst>
          </p:cNvPr>
          <p:cNvSpPr txBox="1"/>
          <p:nvPr/>
        </p:nvSpPr>
        <p:spPr>
          <a:xfrm>
            <a:off x="1574800" y="2565400"/>
            <a:ext cx="11684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Home UX &amp; plugin shell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E7115F-D878-3659-DF36-10751801197A}"/>
              </a:ext>
            </a:extLst>
          </p:cNvPr>
          <p:cNvSpPr txBox="1"/>
          <p:nvPr/>
        </p:nvSpPr>
        <p:spPr>
          <a:xfrm>
            <a:off x="2768600" y="2565400"/>
            <a:ext cx="1803400" cy="13337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zh-CN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首页复原、</a:t>
            </a:r>
            <a:r>
              <a:rPr lang="en-US" altLang="zh-CN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下沉、语言</a:t>
            </a:r>
            <a:r>
              <a:rPr lang="en-US" altLang="zh-CN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下载</a:t>
            </a:r>
            <a:r>
              <a:rPr lang="en-US" altLang="zh-CN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登录体验</a:t>
            </a:r>
            <a:endParaRPr lang="en-US" sz="700">
              <a:solidFill>
                <a:srgbClr val="53617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C1BBE65-4E17-3B0B-D6AB-1FBED05ECC61}"/>
              </a:ext>
            </a:extLst>
          </p:cNvPr>
          <p:cNvSpPr/>
          <p:nvPr/>
        </p:nvSpPr>
        <p:spPr>
          <a:xfrm>
            <a:off x="46482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8405CCB-F404-E44C-0F42-05E0172F6F43}"/>
              </a:ext>
            </a:extLst>
          </p:cNvPr>
          <p:cNvSpPr/>
          <p:nvPr/>
        </p:nvSpPr>
        <p:spPr>
          <a:xfrm>
            <a:off x="51308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C55A82A-CDAC-10A2-0DA1-AF9D8D5E401D}"/>
              </a:ext>
            </a:extLst>
          </p:cNvPr>
          <p:cNvSpPr/>
          <p:nvPr/>
        </p:nvSpPr>
        <p:spPr>
          <a:xfrm>
            <a:off x="56134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4FB290E-0BC7-C52D-E33E-2C9A69FCA345}"/>
              </a:ext>
            </a:extLst>
          </p:cNvPr>
          <p:cNvSpPr/>
          <p:nvPr/>
        </p:nvSpPr>
        <p:spPr>
          <a:xfrm>
            <a:off x="60960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54A894A-B055-868F-C81D-48E19FAA72DE}"/>
              </a:ext>
            </a:extLst>
          </p:cNvPr>
          <p:cNvSpPr/>
          <p:nvPr/>
        </p:nvSpPr>
        <p:spPr>
          <a:xfrm>
            <a:off x="65786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034F10F-B220-2511-CF7A-87DF39DDBFCB}"/>
              </a:ext>
            </a:extLst>
          </p:cNvPr>
          <p:cNvSpPr/>
          <p:nvPr/>
        </p:nvSpPr>
        <p:spPr>
          <a:xfrm>
            <a:off x="70612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A2E66E9-631D-0B5B-AE90-EB7737C8BB30}"/>
              </a:ext>
            </a:extLst>
          </p:cNvPr>
          <p:cNvSpPr/>
          <p:nvPr/>
        </p:nvSpPr>
        <p:spPr>
          <a:xfrm>
            <a:off x="75438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E5B34A7-8330-4503-0697-3915E3730EFB}"/>
              </a:ext>
            </a:extLst>
          </p:cNvPr>
          <p:cNvSpPr/>
          <p:nvPr/>
        </p:nvSpPr>
        <p:spPr>
          <a:xfrm>
            <a:off x="80264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F83CD98-9CB6-2EEC-AC1D-5C340396BD23}"/>
              </a:ext>
            </a:extLst>
          </p:cNvPr>
          <p:cNvSpPr/>
          <p:nvPr/>
        </p:nvSpPr>
        <p:spPr>
          <a:xfrm>
            <a:off x="85090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02361D2-31AF-5A7C-1E84-34C3EAE9AA14}"/>
              </a:ext>
            </a:extLst>
          </p:cNvPr>
          <p:cNvSpPr/>
          <p:nvPr/>
        </p:nvSpPr>
        <p:spPr>
          <a:xfrm>
            <a:off x="89916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471DE7A-5623-75B4-557F-B95B136F5C3E}"/>
              </a:ext>
            </a:extLst>
          </p:cNvPr>
          <p:cNvSpPr/>
          <p:nvPr/>
        </p:nvSpPr>
        <p:spPr>
          <a:xfrm>
            <a:off x="94742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9BEE298-EB5B-A7D1-971A-29CCACA2AB8F}"/>
              </a:ext>
            </a:extLst>
          </p:cNvPr>
          <p:cNvSpPr/>
          <p:nvPr/>
        </p:nvSpPr>
        <p:spPr>
          <a:xfrm>
            <a:off x="99568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37093D2-8D3B-0A18-A1CD-11C158202E7F}"/>
              </a:ext>
            </a:extLst>
          </p:cNvPr>
          <p:cNvSpPr/>
          <p:nvPr/>
        </p:nvSpPr>
        <p:spPr>
          <a:xfrm>
            <a:off x="104394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3234B5E-834F-9B91-78E8-E549C6689F0B}"/>
              </a:ext>
            </a:extLst>
          </p:cNvPr>
          <p:cNvSpPr/>
          <p:nvPr/>
        </p:nvSpPr>
        <p:spPr>
          <a:xfrm>
            <a:off x="109220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BE24239-90AB-5009-B679-EAA7FCE96503}"/>
              </a:ext>
            </a:extLst>
          </p:cNvPr>
          <p:cNvSpPr/>
          <p:nvPr/>
        </p:nvSpPr>
        <p:spPr>
          <a:xfrm>
            <a:off x="114046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7FB62B4-624E-7DD6-5909-EA9B1D98F0A7}"/>
              </a:ext>
            </a:extLst>
          </p:cNvPr>
          <p:cNvSpPr/>
          <p:nvPr/>
        </p:nvSpPr>
        <p:spPr>
          <a:xfrm>
            <a:off x="118872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89ABA82-C743-ED5D-4B9A-BFE236B4F9E1}"/>
              </a:ext>
            </a:extLst>
          </p:cNvPr>
          <p:cNvSpPr/>
          <p:nvPr/>
        </p:nvSpPr>
        <p:spPr>
          <a:xfrm>
            <a:off x="12369800" y="25146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3C75F858-1AE2-4AF4-498F-89F954991C3B}"/>
              </a:ext>
            </a:extLst>
          </p:cNvPr>
          <p:cNvSpPr/>
          <p:nvPr/>
        </p:nvSpPr>
        <p:spPr>
          <a:xfrm>
            <a:off x="4699000" y="2603500"/>
            <a:ext cx="2311400" cy="279400"/>
          </a:xfrm>
          <a:prstGeom prst="roundRect">
            <a:avLst/>
          </a:prstGeom>
          <a:solidFill>
            <a:srgbClr val="005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9248B29-B8D3-45B4-10A1-EBE77859609D}"/>
              </a:ext>
            </a:extLst>
          </p:cNvPr>
          <p:cNvSpPr txBox="1"/>
          <p:nvPr/>
        </p:nvSpPr>
        <p:spPr>
          <a:xfrm>
            <a:off x="4762500" y="2628900"/>
            <a:ext cx="21844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Home UX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2126D68-2115-7221-E39C-FE90CAB9BACF}"/>
              </a:ext>
            </a:extLst>
          </p:cNvPr>
          <p:cNvSpPr/>
          <p:nvPr/>
        </p:nvSpPr>
        <p:spPr>
          <a:xfrm>
            <a:off x="7112000" y="2603500"/>
            <a:ext cx="863600" cy="279400"/>
          </a:xfrm>
          <a:prstGeom prst="roundRect">
            <a:avLst/>
          </a:prstGeom>
          <a:solidFill>
            <a:srgbClr val="005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AC170DC-F493-8065-5754-8522F600E917}"/>
              </a:ext>
            </a:extLst>
          </p:cNvPr>
          <p:cNvSpPr txBox="1"/>
          <p:nvPr/>
        </p:nvSpPr>
        <p:spPr>
          <a:xfrm>
            <a:off x="7175500" y="2628900"/>
            <a:ext cx="7366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Review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530E11E-24B8-C0E0-86B5-F236D1472BF5}"/>
              </a:ext>
            </a:extLst>
          </p:cNvPr>
          <p:cNvSpPr/>
          <p:nvPr/>
        </p:nvSpPr>
        <p:spPr>
          <a:xfrm>
            <a:off x="1473200" y="2971800"/>
            <a:ext cx="3175000" cy="4572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F902815-5E09-8668-9F92-52F54523935C}"/>
              </a:ext>
            </a:extLst>
          </p:cNvPr>
          <p:cNvSpPr txBox="1"/>
          <p:nvPr/>
        </p:nvSpPr>
        <p:spPr>
          <a:xfrm>
            <a:off x="1574800" y="3022600"/>
            <a:ext cx="11684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ALM integration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0D0A79B-6F69-D11F-2189-6125748C7EC5}"/>
              </a:ext>
            </a:extLst>
          </p:cNvPr>
          <p:cNvSpPr txBox="1"/>
          <p:nvPr/>
        </p:nvSpPr>
        <p:spPr>
          <a:xfrm>
            <a:off x="2768600" y="3022600"/>
            <a:ext cx="1803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ja-JP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项目读取、</a:t>
            </a:r>
            <a:r>
              <a:rPr 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REQ/RE/issues/TASK、100 </a:t>
            </a:r>
            <a:r>
              <a:rPr lang="ja-JP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条采样、失败回退</a:t>
            </a:r>
            <a:endParaRPr lang="en-US" sz="700">
              <a:solidFill>
                <a:srgbClr val="53617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ADE66BA-C846-A97A-F8B2-61C5893D4E3E}"/>
              </a:ext>
            </a:extLst>
          </p:cNvPr>
          <p:cNvSpPr/>
          <p:nvPr/>
        </p:nvSpPr>
        <p:spPr>
          <a:xfrm>
            <a:off x="46482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D32A403-72FE-F00D-EB4E-CF2375151A6A}"/>
              </a:ext>
            </a:extLst>
          </p:cNvPr>
          <p:cNvSpPr/>
          <p:nvPr/>
        </p:nvSpPr>
        <p:spPr>
          <a:xfrm>
            <a:off x="51308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76A836A-0C8F-9FFF-E5F0-9D0B8B6DD1C1}"/>
              </a:ext>
            </a:extLst>
          </p:cNvPr>
          <p:cNvSpPr/>
          <p:nvPr/>
        </p:nvSpPr>
        <p:spPr>
          <a:xfrm>
            <a:off x="56134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564B2C2-7241-333D-9904-A0E2F18111E8}"/>
              </a:ext>
            </a:extLst>
          </p:cNvPr>
          <p:cNvSpPr/>
          <p:nvPr/>
        </p:nvSpPr>
        <p:spPr>
          <a:xfrm>
            <a:off x="60960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86D4345-81E8-2CD8-F510-889F41C666C5}"/>
              </a:ext>
            </a:extLst>
          </p:cNvPr>
          <p:cNvSpPr/>
          <p:nvPr/>
        </p:nvSpPr>
        <p:spPr>
          <a:xfrm>
            <a:off x="65786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B2FEFAE-15AE-C73B-851C-BF38EC20F7E3}"/>
              </a:ext>
            </a:extLst>
          </p:cNvPr>
          <p:cNvSpPr/>
          <p:nvPr/>
        </p:nvSpPr>
        <p:spPr>
          <a:xfrm>
            <a:off x="70612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2B9359C-2DD0-CE60-8392-0C7C22B9FF3A}"/>
              </a:ext>
            </a:extLst>
          </p:cNvPr>
          <p:cNvSpPr/>
          <p:nvPr/>
        </p:nvSpPr>
        <p:spPr>
          <a:xfrm>
            <a:off x="75438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C3FA02C-3AA8-1869-4ECC-F1F69A01484F}"/>
              </a:ext>
            </a:extLst>
          </p:cNvPr>
          <p:cNvSpPr/>
          <p:nvPr/>
        </p:nvSpPr>
        <p:spPr>
          <a:xfrm>
            <a:off x="80264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D158D1E-06F7-17DE-6C9A-018798750912}"/>
              </a:ext>
            </a:extLst>
          </p:cNvPr>
          <p:cNvSpPr/>
          <p:nvPr/>
        </p:nvSpPr>
        <p:spPr>
          <a:xfrm>
            <a:off x="85090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DD37681-1B11-7668-AB87-B4E29E27A9A5}"/>
              </a:ext>
            </a:extLst>
          </p:cNvPr>
          <p:cNvSpPr/>
          <p:nvPr/>
        </p:nvSpPr>
        <p:spPr>
          <a:xfrm>
            <a:off x="89916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617E55C-8AA2-89F4-AD1D-DAF9F9317F08}"/>
              </a:ext>
            </a:extLst>
          </p:cNvPr>
          <p:cNvSpPr/>
          <p:nvPr/>
        </p:nvSpPr>
        <p:spPr>
          <a:xfrm>
            <a:off x="94742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7EA1E23-2644-EC30-058C-DD64CC484AD3}"/>
              </a:ext>
            </a:extLst>
          </p:cNvPr>
          <p:cNvSpPr/>
          <p:nvPr/>
        </p:nvSpPr>
        <p:spPr>
          <a:xfrm>
            <a:off x="99568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DE124EE-3CD7-68D2-15DC-736BA17D0940}"/>
              </a:ext>
            </a:extLst>
          </p:cNvPr>
          <p:cNvSpPr/>
          <p:nvPr/>
        </p:nvSpPr>
        <p:spPr>
          <a:xfrm>
            <a:off x="104394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809B6C2-3B9D-F5F5-D2E9-FA728AFA1D77}"/>
              </a:ext>
            </a:extLst>
          </p:cNvPr>
          <p:cNvSpPr/>
          <p:nvPr/>
        </p:nvSpPr>
        <p:spPr>
          <a:xfrm>
            <a:off x="109220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674DC50-38B1-338C-F80B-071A8609C2D1}"/>
              </a:ext>
            </a:extLst>
          </p:cNvPr>
          <p:cNvSpPr/>
          <p:nvPr/>
        </p:nvSpPr>
        <p:spPr>
          <a:xfrm>
            <a:off x="114046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B754559-1DDA-BE58-6AF0-1D1649EC5D92}"/>
              </a:ext>
            </a:extLst>
          </p:cNvPr>
          <p:cNvSpPr/>
          <p:nvPr/>
        </p:nvSpPr>
        <p:spPr>
          <a:xfrm>
            <a:off x="118872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7405AC4-F5BD-F1FB-E334-52271006D345}"/>
              </a:ext>
            </a:extLst>
          </p:cNvPr>
          <p:cNvSpPr/>
          <p:nvPr/>
        </p:nvSpPr>
        <p:spPr>
          <a:xfrm>
            <a:off x="12369800" y="29718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729E9DF-00AF-0463-9BFE-63839640DC4F}"/>
              </a:ext>
            </a:extLst>
          </p:cNvPr>
          <p:cNvSpPr/>
          <p:nvPr/>
        </p:nvSpPr>
        <p:spPr>
          <a:xfrm>
            <a:off x="4699000" y="3060700"/>
            <a:ext cx="3759200" cy="279400"/>
          </a:xfrm>
          <a:prstGeom prst="roundRect">
            <a:avLst/>
          </a:prstGeom>
          <a:solidFill>
            <a:srgbClr val="00B2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4FDD89-25B7-AF14-5C8D-0AE5B41928A6}"/>
              </a:ext>
            </a:extLst>
          </p:cNvPr>
          <p:cNvSpPr txBox="1"/>
          <p:nvPr/>
        </p:nvSpPr>
        <p:spPr>
          <a:xfrm>
            <a:off x="4762500" y="3086100"/>
            <a:ext cx="36322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REST + expand fix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D3AF24A-7911-28CA-F9C5-1D8EE1C57BAD}"/>
              </a:ext>
            </a:extLst>
          </p:cNvPr>
          <p:cNvSpPr/>
          <p:nvPr/>
        </p:nvSpPr>
        <p:spPr>
          <a:xfrm>
            <a:off x="8559800" y="3060700"/>
            <a:ext cx="1828800" cy="279400"/>
          </a:xfrm>
          <a:prstGeom prst="roundRect">
            <a:avLst/>
          </a:prstGeom>
          <a:solidFill>
            <a:srgbClr val="00B2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FFC2B6-DECC-2745-AB0B-D357931FB660}"/>
              </a:ext>
            </a:extLst>
          </p:cNvPr>
          <p:cNvSpPr txBox="1"/>
          <p:nvPr/>
        </p:nvSpPr>
        <p:spPr>
          <a:xfrm>
            <a:off x="8623300" y="3086100"/>
            <a:ext cx="17018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Evidence picker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FFAA36B-84AC-D20A-A666-8E6AEBF99E16}"/>
              </a:ext>
            </a:extLst>
          </p:cNvPr>
          <p:cNvSpPr/>
          <p:nvPr/>
        </p:nvSpPr>
        <p:spPr>
          <a:xfrm>
            <a:off x="1473200" y="3429000"/>
            <a:ext cx="3175000" cy="457200"/>
          </a:xfrm>
          <a:prstGeom prst="rect">
            <a:avLst/>
          </a:prstGeom>
          <a:solidFill>
            <a:srgbClr val="D7E3E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44593D7-B2C0-EDD0-16D0-EAF639170834}"/>
              </a:ext>
            </a:extLst>
          </p:cNvPr>
          <p:cNvSpPr txBox="1"/>
          <p:nvPr/>
        </p:nvSpPr>
        <p:spPr>
          <a:xfrm>
            <a:off x="1574800" y="3479800"/>
            <a:ext cx="1168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Evidence library &amp; ASPICE mapping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4D337DA-3529-8457-A158-ABFBE48EF540}"/>
              </a:ext>
            </a:extLst>
          </p:cNvPr>
          <p:cNvSpPr txBox="1"/>
          <p:nvPr/>
        </p:nvSpPr>
        <p:spPr>
          <a:xfrm>
            <a:off x="2768600" y="3479800"/>
            <a:ext cx="1803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SYS/SWE/SUP/MAN </a:t>
            </a:r>
            <a:r>
              <a:rPr lang="ja-JP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分类、</a:t>
            </a:r>
            <a:r>
              <a:rPr 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BP/GP </a:t>
            </a:r>
            <a:r>
              <a:rPr lang="ja-JP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证据网格、文件依赖</a:t>
            </a:r>
            <a:endParaRPr lang="en-US" sz="700">
              <a:solidFill>
                <a:srgbClr val="53617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E7BE4D9-46FF-7C12-4109-105FFE373558}"/>
              </a:ext>
            </a:extLst>
          </p:cNvPr>
          <p:cNvSpPr/>
          <p:nvPr/>
        </p:nvSpPr>
        <p:spPr>
          <a:xfrm>
            <a:off x="46482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FEE7BA9-A711-B555-BE42-FE53723B23B2}"/>
              </a:ext>
            </a:extLst>
          </p:cNvPr>
          <p:cNvSpPr/>
          <p:nvPr/>
        </p:nvSpPr>
        <p:spPr>
          <a:xfrm>
            <a:off x="51308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4A6C8A4-B196-CADA-37A8-A04426845C3E}"/>
              </a:ext>
            </a:extLst>
          </p:cNvPr>
          <p:cNvSpPr/>
          <p:nvPr/>
        </p:nvSpPr>
        <p:spPr>
          <a:xfrm>
            <a:off x="56134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0E5C1E3-4C00-6A83-1616-961EC2B112BC}"/>
              </a:ext>
            </a:extLst>
          </p:cNvPr>
          <p:cNvSpPr/>
          <p:nvPr/>
        </p:nvSpPr>
        <p:spPr>
          <a:xfrm>
            <a:off x="60960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7987E0F-B60E-C2AA-ED94-D95068862433}"/>
              </a:ext>
            </a:extLst>
          </p:cNvPr>
          <p:cNvSpPr/>
          <p:nvPr/>
        </p:nvSpPr>
        <p:spPr>
          <a:xfrm>
            <a:off x="65786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2D9CBD2-4C30-97B6-A955-BB6637E713A1}"/>
              </a:ext>
            </a:extLst>
          </p:cNvPr>
          <p:cNvSpPr/>
          <p:nvPr/>
        </p:nvSpPr>
        <p:spPr>
          <a:xfrm>
            <a:off x="70612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9604E0E-5279-50E3-DA51-1613898644C1}"/>
              </a:ext>
            </a:extLst>
          </p:cNvPr>
          <p:cNvSpPr/>
          <p:nvPr/>
        </p:nvSpPr>
        <p:spPr>
          <a:xfrm>
            <a:off x="75438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8115734-6E00-252C-2000-53E6F1530FEC}"/>
              </a:ext>
            </a:extLst>
          </p:cNvPr>
          <p:cNvSpPr/>
          <p:nvPr/>
        </p:nvSpPr>
        <p:spPr>
          <a:xfrm>
            <a:off x="80264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CF28646-0F89-9E33-3FC9-F62B059AF53F}"/>
              </a:ext>
            </a:extLst>
          </p:cNvPr>
          <p:cNvSpPr/>
          <p:nvPr/>
        </p:nvSpPr>
        <p:spPr>
          <a:xfrm>
            <a:off x="85090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E958B11-9528-DB39-1CDE-4A404E81A4AD}"/>
              </a:ext>
            </a:extLst>
          </p:cNvPr>
          <p:cNvSpPr/>
          <p:nvPr/>
        </p:nvSpPr>
        <p:spPr>
          <a:xfrm>
            <a:off x="89916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34C60DB-9227-1654-5725-490D0CDA66CB}"/>
              </a:ext>
            </a:extLst>
          </p:cNvPr>
          <p:cNvSpPr/>
          <p:nvPr/>
        </p:nvSpPr>
        <p:spPr>
          <a:xfrm>
            <a:off x="94742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458EE53-BD75-7696-521D-6F5350B0477C}"/>
              </a:ext>
            </a:extLst>
          </p:cNvPr>
          <p:cNvSpPr/>
          <p:nvPr/>
        </p:nvSpPr>
        <p:spPr>
          <a:xfrm>
            <a:off x="99568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A27D0F2-E68D-BBD1-1AC6-1A3CA68C4278}"/>
              </a:ext>
            </a:extLst>
          </p:cNvPr>
          <p:cNvSpPr/>
          <p:nvPr/>
        </p:nvSpPr>
        <p:spPr>
          <a:xfrm>
            <a:off x="104394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A309113-3E30-75CA-8AF6-9D8BDBCC6EE3}"/>
              </a:ext>
            </a:extLst>
          </p:cNvPr>
          <p:cNvSpPr/>
          <p:nvPr/>
        </p:nvSpPr>
        <p:spPr>
          <a:xfrm>
            <a:off x="109220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F760240-C54C-3F93-E2D4-27717C393E1A}"/>
              </a:ext>
            </a:extLst>
          </p:cNvPr>
          <p:cNvSpPr/>
          <p:nvPr/>
        </p:nvSpPr>
        <p:spPr>
          <a:xfrm>
            <a:off x="114046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A759266-B77E-5771-79BD-53222E607D23}"/>
              </a:ext>
            </a:extLst>
          </p:cNvPr>
          <p:cNvSpPr/>
          <p:nvPr/>
        </p:nvSpPr>
        <p:spPr>
          <a:xfrm>
            <a:off x="118872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5DC5FB2-2072-011B-D47F-4B0A1164F17E}"/>
              </a:ext>
            </a:extLst>
          </p:cNvPr>
          <p:cNvSpPr/>
          <p:nvPr/>
        </p:nvSpPr>
        <p:spPr>
          <a:xfrm>
            <a:off x="12369800" y="34290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C1A679D8-74FA-D681-C6F9-5D2FE1942A80}"/>
              </a:ext>
            </a:extLst>
          </p:cNvPr>
          <p:cNvSpPr/>
          <p:nvPr/>
        </p:nvSpPr>
        <p:spPr>
          <a:xfrm>
            <a:off x="5664200" y="3517900"/>
            <a:ext cx="3759200" cy="279400"/>
          </a:xfrm>
          <a:prstGeom prst="round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1C124AC-00F1-37F5-ED03-34CF162F8070}"/>
              </a:ext>
            </a:extLst>
          </p:cNvPr>
          <p:cNvSpPr txBox="1"/>
          <p:nvPr/>
        </p:nvSpPr>
        <p:spPr>
          <a:xfrm>
            <a:off x="5727700" y="3543300"/>
            <a:ext cx="36322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Mapping rules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485086C3-5555-4395-F503-A32BBECCEB68}"/>
              </a:ext>
            </a:extLst>
          </p:cNvPr>
          <p:cNvSpPr/>
          <p:nvPr/>
        </p:nvSpPr>
        <p:spPr>
          <a:xfrm>
            <a:off x="9525000" y="3517900"/>
            <a:ext cx="1346200" cy="279400"/>
          </a:xfrm>
          <a:prstGeom prst="round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6E3B764-86FD-358D-E6B7-AF6C6CA13CFF}"/>
              </a:ext>
            </a:extLst>
          </p:cNvPr>
          <p:cNvSpPr txBox="1"/>
          <p:nvPr/>
        </p:nvSpPr>
        <p:spPr>
          <a:xfrm>
            <a:off x="9588500" y="3543300"/>
            <a:ext cx="12192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Calibration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3F7C93F-A7ED-9C85-CEEF-C3AC3FAF25F0}"/>
              </a:ext>
            </a:extLst>
          </p:cNvPr>
          <p:cNvSpPr/>
          <p:nvPr/>
        </p:nvSpPr>
        <p:spPr>
          <a:xfrm>
            <a:off x="1473200" y="3886200"/>
            <a:ext cx="3175000" cy="4572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68061F6-3D00-B1E1-A7A2-84D8B60F616E}"/>
              </a:ext>
            </a:extLst>
          </p:cNvPr>
          <p:cNvSpPr txBox="1"/>
          <p:nvPr/>
        </p:nvSpPr>
        <p:spPr>
          <a:xfrm>
            <a:off x="1574800" y="3937000"/>
            <a:ext cx="1168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review intelligence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3BC593D-5D6C-4CB9-890A-791241395D46}"/>
              </a:ext>
            </a:extLst>
          </p:cNvPr>
          <p:cNvSpPr txBox="1"/>
          <p:nvPr/>
        </p:nvSpPr>
        <p:spPr>
          <a:xfrm>
            <a:off x="2768600" y="3937000"/>
            <a:ext cx="1803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zh-CN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过程域锁定、完整证据输入、结构化建议、评分候选</a:t>
            </a:r>
            <a:endParaRPr lang="en-US" sz="700">
              <a:solidFill>
                <a:srgbClr val="53617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CBA3E4E-EBC1-684E-2D1B-6793DC07A297}"/>
              </a:ext>
            </a:extLst>
          </p:cNvPr>
          <p:cNvSpPr/>
          <p:nvPr/>
        </p:nvSpPr>
        <p:spPr>
          <a:xfrm>
            <a:off x="46482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B0D42D9-8C38-9221-A002-023FFAAC8AD3}"/>
              </a:ext>
            </a:extLst>
          </p:cNvPr>
          <p:cNvSpPr/>
          <p:nvPr/>
        </p:nvSpPr>
        <p:spPr>
          <a:xfrm>
            <a:off x="51308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A169D12-F1F8-2BF4-F08B-DEF27CEDB0AD}"/>
              </a:ext>
            </a:extLst>
          </p:cNvPr>
          <p:cNvSpPr/>
          <p:nvPr/>
        </p:nvSpPr>
        <p:spPr>
          <a:xfrm>
            <a:off x="56134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B4AAA20-1BAB-312E-00A6-7EC0F2F96A60}"/>
              </a:ext>
            </a:extLst>
          </p:cNvPr>
          <p:cNvSpPr/>
          <p:nvPr/>
        </p:nvSpPr>
        <p:spPr>
          <a:xfrm>
            <a:off x="60960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BFBECEE-AFB6-A871-4DAA-16D566AEBDA8}"/>
              </a:ext>
            </a:extLst>
          </p:cNvPr>
          <p:cNvSpPr/>
          <p:nvPr/>
        </p:nvSpPr>
        <p:spPr>
          <a:xfrm>
            <a:off x="65786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53C0870-F089-02E2-1773-00CE286F59D5}"/>
              </a:ext>
            </a:extLst>
          </p:cNvPr>
          <p:cNvSpPr/>
          <p:nvPr/>
        </p:nvSpPr>
        <p:spPr>
          <a:xfrm>
            <a:off x="70612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6CC629E-5ABF-E28A-B062-F826033DF5A4}"/>
              </a:ext>
            </a:extLst>
          </p:cNvPr>
          <p:cNvSpPr/>
          <p:nvPr/>
        </p:nvSpPr>
        <p:spPr>
          <a:xfrm>
            <a:off x="75438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6DB531A-AC6C-CD71-4935-E91EA76AB8D8}"/>
              </a:ext>
            </a:extLst>
          </p:cNvPr>
          <p:cNvSpPr/>
          <p:nvPr/>
        </p:nvSpPr>
        <p:spPr>
          <a:xfrm>
            <a:off x="80264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6245A01-1BDA-10D4-1D3F-67BA4DB0D4E4}"/>
              </a:ext>
            </a:extLst>
          </p:cNvPr>
          <p:cNvSpPr/>
          <p:nvPr/>
        </p:nvSpPr>
        <p:spPr>
          <a:xfrm>
            <a:off x="85090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866F1C0-EB96-51A8-9445-6BA6F6A93828}"/>
              </a:ext>
            </a:extLst>
          </p:cNvPr>
          <p:cNvSpPr/>
          <p:nvPr/>
        </p:nvSpPr>
        <p:spPr>
          <a:xfrm>
            <a:off x="89916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561AB1D-F661-8B30-560A-38D40A31145E}"/>
              </a:ext>
            </a:extLst>
          </p:cNvPr>
          <p:cNvSpPr/>
          <p:nvPr/>
        </p:nvSpPr>
        <p:spPr>
          <a:xfrm>
            <a:off x="94742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52FB8BC-5D65-1D77-3B35-E355EE6C488E}"/>
              </a:ext>
            </a:extLst>
          </p:cNvPr>
          <p:cNvSpPr/>
          <p:nvPr/>
        </p:nvSpPr>
        <p:spPr>
          <a:xfrm>
            <a:off x="99568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50F016A-EE3C-D844-7CC1-CF2328A4A958}"/>
              </a:ext>
            </a:extLst>
          </p:cNvPr>
          <p:cNvSpPr/>
          <p:nvPr/>
        </p:nvSpPr>
        <p:spPr>
          <a:xfrm>
            <a:off x="104394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2A23226-4638-2F80-9DAA-08C83868F649}"/>
              </a:ext>
            </a:extLst>
          </p:cNvPr>
          <p:cNvSpPr/>
          <p:nvPr/>
        </p:nvSpPr>
        <p:spPr>
          <a:xfrm>
            <a:off x="109220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62493E1-2C48-89B2-FD98-1394508DDA44}"/>
              </a:ext>
            </a:extLst>
          </p:cNvPr>
          <p:cNvSpPr/>
          <p:nvPr/>
        </p:nvSpPr>
        <p:spPr>
          <a:xfrm>
            <a:off x="114046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45BBA05B-EFFD-8AFF-E914-AC562F2AD195}"/>
              </a:ext>
            </a:extLst>
          </p:cNvPr>
          <p:cNvSpPr/>
          <p:nvPr/>
        </p:nvSpPr>
        <p:spPr>
          <a:xfrm>
            <a:off x="118872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948BDCE-D4D6-0E36-E1AE-A9E5759E230D}"/>
              </a:ext>
            </a:extLst>
          </p:cNvPr>
          <p:cNvSpPr/>
          <p:nvPr/>
        </p:nvSpPr>
        <p:spPr>
          <a:xfrm>
            <a:off x="12369800" y="38862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6695E0AF-087F-8E61-BF3F-A38977227577}"/>
              </a:ext>
            </a:extLst>
          </p:cNvPr>
          <p:cNvSpPr/>
          <p:nvPr/>
        </p:nvSpPr>
        <p:spPr>
          <a:xfrm>
            <a:off x="7112000" y="3975100"/>
            <a:ext cx="3276600" cy="2794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0860F80-8B3E-8671-580A-FC309A8CFF00}"/>
              </a:ext>
            </a:extLst>
          </p:cNvPr>
          <p:cNvSpPr txBox="1"/>
          <p:nvPr/>
        </p:nvSpPr>
        <p:spPr>
          <a:xfrm>
            <a:off x="7175500" y="4000500"/>
            <a:ext cx="31496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Prompt + scoring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3AF8FC5-6258-8F2A-991B-4DBF7B2C6946}"/>
              </a:ext>
            </a:extLst>
          </p:cNvPr>
          <p:cNvSpPr/>
          <p:nvPr/>
        </p:nvSpPr>
        <p:spPr>
          <a:xfrm>
            <a:off x="1473200" y="4343400"/>
            <a:ext cx="3175000" cy="457200"/>
          </a:xfrm>
          <a:prstGeom prst="rect">
            <a:avLst/>
          </a:prstGeom>
          <a:solidFill>
            <a:srgbClr val="D7E3E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4809685-0269-C2CC-368D-AC0F253B0D2E}"/>
              </a:ext>
            </a:extLst>
          </p:cNvPr>
          <p:cNvSpPr txBox="1"/>
          <p:nvPr/>
        </p:nvSpPr>
        <p:spPr>
          <a:xfrm>
            <a:off x="1574800" y="4394200"/>
            <a:ext cx="11684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Formal report / PDF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8ECB17E-1DAE-AA11-DE78-5CFD4B589DBC}"/>
              </a:ext>
            </a:extLst>
          </p:cNvPr>
          <p:cNvSpPr txBox="1"/>
          <p:nvPr/>
        </p:nvSpPr>
        <p:spPr>
          <a:xfrm>
            <a:off x="2768600" y="4394200"/>
            <a:ext cx="1803400" cy="13337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altLang="zh-CN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VW </a:t>
            </a:r>
            <a:r>
              <a:rPr lang="zh-CN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样式报告、证据引用、分数与关闭计划</a:t>
            </a:r>
            <a:endParaRPr lang="en-US" sz="700">
              <a:solidFill>
                <a:srgbClr val="53617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A19BB77-3B2C-61BC-5B89-7ECE4FE651DE}"/>
              </a:ext>
            </a:extLst>
          </p:cNvPr>
          <p:cNvSpPr/>
          <p:nvPr/>
        </p:nvSpPr>
        <p:spPr>
          <a:xfrm>
            <a:off x="46482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1DE69D8-AE3E-3DC8-BFEA-9BD7270604EE}"/>
              </a:ext>
            </a:extLst>
          </p:cNvPr>
          <p:cNvSpPr/>
          <p:nvPr/>
        </p:nvSpPr>
        <p:spPr>
          <a:xfrm>
            <a:off x="51308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A885306-9FD3-C84F-A261-8FC2137E1BF2}"/>
              </a:ext>
            </a:extLst>
          </p:cNvPr>
          <p:cNvSpPr/>
          <p:nvPr/>
        </p:nvSpPr>
        <p:spPr>
          <a:xfrm>
            <a:off x="56134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5A80E31-E2F1-C5CC-69FA-5FC6A4318052}"/>
              </a:ext>
            </a:extLst>
          </p:cNvPr>
          <p:cNvSpPr/>
          <p:nvPr/>
        </p:nvSpPr>
        <p:spPr>
          <a:xfrm>
            <a:off x="60960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1CF1DCB-6EB6-ED36-38C3-DB5A1A37F717}"/>
              </a:ext>
            </a:extLst>
          </p:cNvPr>
          <p:cNvSpPr/>
          <p:nvPr/>
        </p:nvSpPr>
        <p:spPr>
          <a:xfrm>
            <a:off x="65786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B0D130E-0D3C-0971-ED9F-D8A839AA749D}"/>
              </a:ext>
            </a:extLst>
          </p:cNvPr>
          <p:cNvSpPr/>
          <p:nvPr/>
        </p:nvSpPr>
        <p:spPr>
          <a:xfrm>
            <a:off x="70612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E1C6C3F9-5370-7A98-D06D-5F34F2F49EFF}"/>
              </a:ext>
            </a:extLst>
          </p:cNvPr>
          <p:cNvSpPr/>
          <p:nvPr/>
        </p:nvSpPr>
        <p:spPr>
          <a:xfrm>
            <a:off x="75438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EB470ED-D5D3-D06C-9CE9-000BA29781ED}"/>
              </a:ext>
            </a:extLst>
          </p:cNvPr>
          <p:cNvSpPr/>
          <p:nvPr/>
        </p:nvSpPr>
        <p:spPr>
          <a:xfrm>
            <a:off x="80264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43E4036-43E6-55B1-214A-68C698B5FA55}"/>
              </a:ext>
            </a:extLst>
          </p:cNvPr>
          <p:cNvSpPr/>
          <p:nvPr/>
        </p:nvSpPr>
        <p:spPr>
          <a:xfrm>
            <a:off x="85090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4A879839-E374-4B12-2929-1F6EF8D1F819}"/>
              </a:ext>
            </a:extLst>
          </p:cNvPr>
          <p:cNvSpPr/>
          <p:nvPr/>
        </p:nvSpPr>
        <p:spPr>
          <a:xfrm>
            <a:off x="89916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3660FCF-209F-9400-7B59-03285A03EB89}"/>
              </a:ext>
            </a:extLst>
          </p:cNvPr>
          <p:cNvSpPr/>
          <p:nvPr/>
        </p:nvSpPr>
        <p:spPr>
          <a:xfrm>
            <a:off x="94742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ABA5DC7-EB6A-87FD-D728-2590C74B92A3}"/>
              </a:ext>
            </a:extLst>
          </p:cNvPr>
          <p:cNvSpPr/>
          <p:nvPr/>
        </p:nvSpPr>
        <p:spPr>
          <a:xfrm>
            <a:off x="99568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CFC3C41E-0850-47C7-63AC-C8DB9D253B4B}"/>
              </a:ext>
            </a:extLst>
          </p:cNvPr>
          <p:cNvSpPr/>
          <p:nvPr/>
        </p:nvSpPr>
        <p:spPr>
          <a:xfrm>
            <a:off x="104394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4785F79E-AF65-6569-C797-94D3E3EAE0E1}"/>
              </a:ext>
            </a:extLst>
          </p:cNvPr>
          <p:cNvSpPr/>
          <p:nvPr/>
        </p:nvSpPr>
        <p:spPr>
          <a:xfrm>
            <a:off x="109220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372A638-7191-34CD-715A-1EE9D8264FB5}"/>
              </a:ext>
            </a:extLst>
          </p:cNvPr>
          <p:cNvSpPr/>
          <p:nvPr/>
        </p:nvSpPr>
        <p:spPr>
          <a:xfrm>
            <a:off x="114046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8773016B-6979-043B-0CFC-20B2CB71A2CF}"/>
              </a:ext>
            </a:extLst>
          </p:cNvPr>
          <p:cNvSpPr/>
          <p:nvPr/>
        </p:nvSpPr>
        <p:spPr>
          <a:xfrm>
            <a:off x="118872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B37E71B-DE21-8884-5CB7-CFC15E227E8A}"/>
              </a:ext>
            </a:extLst>
          </p:cNvPr>
          <p:cNvSpPr/>
          <p:nvPr/>
        </p:nvSpPr>
        <p:spPr>
          <a:xfrm>
            <a:off x="12369800" y="43434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BCB96DDA-AAD4-5F9D-5675-95F2B4C40C33}"/>
              </a:ext>
            </a:extLst>
          </p:cNvPr>
          <p:cNvSpPr/>
          <p:nvPr/>
        </p:nvSpPr>
        <p:spPr>
          <a:xfrm>
            <a:off x="8077200" y="4432300"/>
            <a:ext cx="3759200" cy="279400"/>
          </a:xfrm>
          <a:prstGeom prst="roundRect">
            <a:avLst/>
          </a:prstGeom>
          <a:solidFill>
            <a:srgbClr val="4682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617F923-5754-516B-4D62-0F88A5ECD6EB}"/>
              </a:ext>
            </a:extLst>
          </p:cNvPr>
          <p:cNvSpPr txBox="1"/>
          <p:nvPr/>
        </p:nvSpPr>
        <p:spPr>
          <a:xfrm>
            <a:off x="8140700" y="4457700"/>
            <a:ext cx="36322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Report template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605FCFFA-72FD-A1CF-57B8-765A01311C9A}"/>
              </a:ext>
            </a:extLst>
          </p:cNvPr>
          <p:cNvSpPr/>
          <p:nvPr/>
        </p:nvSpPr>
        <p:spPr>
          <a:xfrm>
            <a:off x="1473200" y="4800600"/>
            <a:ext cx="3175000" cy="4572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68BF9E0-B062-5153-0513-A8EDD41CEF20}"/>
              </a:ext>
            </a:extLst>
          </p:cNvPr>
          <p:cNvSpPr txBox="1"/>
          <p:nvPr/>
        </p:nvSpPr>
        <p:spPr>
          <a:xfrm>
            <a:off x="1574800" y="4851400"/>
            <a:ext cx="11684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Security &amp; local bridge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63D4F76-4AFB-65C7-7DB3-3AB96B182A70}"/>
              </a:ext>
            </a:extLst>
          </p:cNvPr>
          <p:cNvSpPr txBox="1"/>
          <p:nvPr/>
        </p:nvSpPr>
        <p:spPr>
          <a:xfrm>
            <a:off x="2768600" y="4851400"/>
            <a:ext cx="1803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ja-JP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密码会话暂存、</a:t>
            </a:r>
            <a:r>
              <a:rPr 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CORS、ExecutionPolicy、</a:t>
            </a:r>
            <a:r>
              <a:rPr lang="ja-JP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打包脚本</a:t>
            </a:r>
            <a:endParaRPr lang="en-US" sz="700">
              <a:solidFill>
                <a:srgbClr val="53617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6A22E690-03D1-B461-1846-9543ED6D96A4}"/>
              </a:ext>
            </a:extLst>
          </p:cNvPr>
          <p:cNvSpPr/>
          <p:nvPr/>
        </p:nvSpPr>
        <p:spPr>
          <a:xfrm>
            <a:off x="46482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F60614E-79CA-C6BC-468E-1B226F3E14D1}"/>
              </a:ext>
            </a:extLst>
          </p:cNvPr>
          <p:cNvSpPr/>
          <p:nvPr/>
        </p:nvSpPr>
        <p:spPr>
          <a:xfrm>
            <a:off x="51308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1F87103A-DB7C-7618-6967-36C89104E7D7}"/>
              </a:ext>
            </a:extLst>
          </p:cNvPr>
          <p:cNvSpPr/>
          <p:nvPr/>
        </p:nvSpPr>
        <p:spPr>
          <a:xfrm>
            <a:off x="56134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873316B5-9E96-9A57-C9A7-1F96A60EF30F}"/>
              </a:ext>
            </a:extLst>
          </p:cNvPr>
          <p:cNvSpPr/>
          <p:nvPr/>
        </p:nvSpPr>
        <p:spPr>
          <a:xfrm>
            <a:off x="60960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C72EB26-9C4E-F9B2-BD7E-6D5CA8540C86}"/>
              </a:ext>
            </a:extLst>
          </p:cNvPr>
          <p:cNvSpPr/>
          <p:nvPr/>
        </p:nvSpPr>
        <p:spPr>
          <a:xfrm>
            <a:off x="65786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9B13327-1B5B-2D6D-F9A6-7A7A5922E8CE}"/>
              </a:ext>
            </a:extLst>
          </p:cNvPr>
          <p:cNvSpPr/>
          <p:nvPr/>
        </p:nvSpPr>
        <p:spPr>
          <a:xfrm>
            <a:off x="70612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3FDE4E5-041B-51CC-61B6-E83420F2040C}"/>
              </a:ext>
            </a:extLst>
          </p:cNvPr>
          <p:cNvSpPr/>
          <p:nvPr/>
        </p:nvSpPr>
        <p:spPr>
          <a:xfrm>
            <a:off x="75438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964D412-4945-6571-2498-DB095CDBF469}"/>
              </a:ext>
            </a:extLst>
          </p:cNvPr>
          <p:cNvSpPr/>
          <p:nvPr/>
        </p:nvSpPr>
        <p:spPr>
          <a:xfrm>
            <a:off x="80264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91C2FB66-BDF9-B2E6-4791-06FDABCD7F97}"/>
              </a:ext>
            </a:extLst>
          </p:cNvPr>
          <p:cNvSpPr/>
          <p:nvPr/>
        </p:nvSpPr>
        <p:spPr>
          <a:xfrm>
            <a:off x="85090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6E2DD8C5-14C5-8083-80EF-FC3B52053B32}"/>
              </a:ext>
            </a:extLst>
          </p:cNvPr>
          <p:cNvSpPr/>
          <p:nvPr/>
        </p:nvSpPr>
        <p:spPr>
          <a:xfrm>
            <a:off x="89916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360244A-90C9-661D-3406-0E048ECF71C9}"/>
              </a:ext>
            </a:extLst>
          </p:cNvPr>
          <p:cNvSpPr/>
          <p:nvPr/>
        </p:nvSpPr>
        <p:spPr>
          <a:xfrm>
            <a:off x="94742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29DEE456-D8C9-4645-20D6-9478C1D0890E}"/>
              </a:ext>
            </a:extLst>
          </p:cNvPr>
          <p:cNvSpPr/>
          <p:nvPr/>
        </p:nvSpPr>
        <p:spPr>
          <a:xfrm>
            <a:off x="99568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1FD4FE86-E707-E1F5-5FBB-FFEB486A3696}"/>
              </a:ext>
            </a:extLst>
          </p:cNvPr>
          <p:cNvSpPr/>
          <p:nvPr/>
        </p:nvSpPr>
        <p:spPr>
          <a:xfrm>
            <a:off x="104394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9020D49-E6AA-46A1-B4BA-0703075B470A}"/>
              </a:ext>
            </a:extLst>
          </p:cNvPr>
          <p:cNvSpPr/>
          <p:nvPr/>
        </p:nvSpPr>
        <p:spPr>
          <a:xfrm>
            <a:off x="109220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628CAE01-5AEE-D4D2-D3E0-E7327EEBC076}"/>
              </a:ext>
            </a:extLst>
          </p:cNvPr>
          <p:cNvSpPr/>
          <p:nvPr/>
        </p:nvSpPr>
        <p:spPr>
          <a:xfrm>
            <a:off x="114046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2A3C8295-CF4F-5800-DEAA-538F5D1A1F0F}"/>
              </a:ext>
            </a:extLst>
          </p:cNvPr>
          <p:cNvSpPr/>
          <p:nvPr/>
        </p:nvSpPr>
        <p:spPr>
          <a:xfrm>
            <a:off x="118872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988EDB09-0E8C-A57D-C506-5BE1088AA70B}"/>
              </a:ext>
            </a:extLst>
          </p:cNvPr>
          <p:cNvSpPr/>
          <p:nvPr/>
        </p:nvSpPr>
        <p:spPr>
          <a:xfrm>
            <a:off x="12369800" y="48006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3E9EE54F-472F-E6B7-EEC0-9AA5B6DE1CED}"/>
              </a:ext>
            </a:extLst>
          </p:cNvPr>
          <p:cNvSpPr/>
          <p:nvPr/>
        </p:nvSpPr>
        <p:spPr>
          <a:xfrm>
            <a:off x="5664200" y="4889500"/>
            <a:ext cx="4241800" cy="279400"/>
          </a:xfrm>
          <a:prstGeom prst="roundRect">
            <a:avLst/>
          </a:prstGeom>
          <a:solidFill>
            <a:srgbClr val="C05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350EBAC-23EE-0DA5-709D-B5AE57C3F254}"/>
              </a:ext>
            </a:extLst>
          </p:cNvPr>
          <p:cNvSpPr txBox="1"/>
          <p:nvPr/>
        </p:nvSpPr>
        <p:spPr>
          <a:xfrm>
            <a:off x="5727700" y="4914900"/>
            <a:ext cx="41148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Bridge hardening</a:t>
            </a:r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3B673D12-1E57-3930-447F-C885F6ACBD60}"/>
              </a:ext>
            </a:extLst>
          </p:cNvPr>
          <p:cNvSpPr/>
          <p:nvPr/>
        </p:nvSpPr>
        <p:spPr>
          <a:xfrm>
            <a:off x="10007600" y="4889500"/>
            <a:ext cx="1828800" cy="279400"/>
          </a:xfrm>
          <a:prstGeom prst="roundRect">
            <a:avLst/>
          </a:prstGeom>
          <a:solidFill>
            <a:srgbClr val="C05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86995D8-62CB-913E-1F1F-F6BDD8F28910}"/>
              </a:ext>
            </a:extLst>
          </p:cNvPr>
          <p:cNvSpPr txBox="1"/>
          <p:nvPr/>
        </p:nvSpPr>
        <p:spPr>
          <a:xfrm>
            <a:off x="10071100" y="4914900"/>
            <a:ext cx="17018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Security check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D578A19A-1EBA-D7E7-FD47-B49853979F1C}"/>
              </a:ext>
            </a:extLst>
          </p:cNvPr>
          <p:cNvSpPr/>
          <p:nvPr/>
        </p:nvSpPr>
        <p:spPr>
          <a:xfrm>
            <a:off x="1473200" y="5257800"/>
            <a:ext cx="3175000" cy="457200"/>
          </a:xfrm>
          <a:prstGeom prst="rect">
            <a:avLst/>
          </a:prstGeom>
          <a:solidFill>
            <a:srgbClr val="D7E3E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DFCF7A1-3A8A-6680-EF86-7D9053B727AC}"/>
              </a:ext>
            </a:extLst>
          </p:cNvPr>
          <p:cNvSpPr txBox="1"/>
          <p:nvPr/>
        </p:nvSpPr>
        <p:spPr>
          <a:xfrm>
            <a:off x="1574800" y="5308600"/>
            <a:ext cx="11684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Real project UAT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6DB576F2-4A84-E169-E23D-10AB1B3F96C1}"/>
              </a:ext>
            </a:extLst>
          </p:cNvPr>
          <p:cNvSpPr txBox="1"/>
          <p:nvPr/>
        </p:nvSpPr>
        <p:spPr>
          <a:xfrm>
            <a:off x="2768600" y="5308600"/>
            <a:ext cx="1803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altLang="zh-CN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CEP-LP XiaoPeng / CDD </a:t>
            </a:r>
            <a:r>
              <a:rPr lang="zh-CN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样本、审核员反馈、缺陷关闭</a:t>
            </a:r>
            <a:endParaRPr lang="en-US" sz="700">
              <a:solidFill>
                <a:srgbClr val="53617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FAAEE8B-37B2-CB9F-FC9E-FE17B2923936}"/>
              </a:ext>
            </a:extLst>
          </p:cNvPr>
          <p:cNvSpPr/>
          <p:nvPr/>
        </p:nvSpPr>
        <p:spPr>
          <a:xfrm>
            <a:off x="46482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C901D07-9199-2C86-4DBA-6415AC2EA701}"/>
              </a:ext>
            </a:extLst>
          </p:cNvPr>
          <p:cNvSpPr/>
          <p:nvPr/>
        </p:nvSpPr>
        <p:spPr>
          <a:xfrm>
            <a:off x="51308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E281598-8D8C-99EE-BBAE-4C4E245F4AC2}"/>
              </a:ext>
            </a:extLst>
          </p:cNvPr>
          <p:cNvSpPr/>
          <p:nvPr/>
        </p:nvSpPr>
        <p:spPr>
          <a:xfrm>
            <a:off x="56134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86DA8096-D855-5292-8C33-B644EC4CFF17}"/>
              </a:ext>
            </a:extLst>
          </p:cNvPr>
          <p:cNvSpPr/>
          <p:nvPr/>
        </p:nvSpPr>
        <p:spPr>
          <a:xfrm>
            <a:off x="60960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8972380-7B35-E839-BDAD-7208EC6FED1E}"/>
              </a:ext>
            </a:extLst>
          </p:cNvPr>
          <p:cNvSpPr/>
          <p:nvPr/>
        </p:nvSpPr>
        <p:spPr>
          <a:xfrm>
            <a:off x="65786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EE3F26D4-67B5-CDA6-A4F2-B276440CC1D7}"/>
              </a:ext>
            </a:extLst>
          </p:cNvPr>
          <p:cNvSpPr/>
          <p:nvPr/>
        </p:nvSpPr>
        <p:spPr>
          <a:xfrm>
            <a:off x="70612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9882F5AD-EDA1-F2D6-5DF0-00EB8D5766E1}"/>
              </a:ext>
            </a:extLst>
          </p:cNvPr>
          <p:cNvSpPr/>
          <p:nvPr/>
        </p:nvSpPr>
        <p:spPr>
          <a:xfrm>
            <a:off x="75438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1C4F2362-969A-CB42-BA42-1FF733D3D8F2}"/>
              </a:ext>
            </a:extLst>
          </p:cNvPr>
          <p:cNvSpPr/>
          <p:nvPr/>
        </p:nvSpPr>
        <p:spPr>
          <a:xfrm>
            <a:off x="80264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BC95F60-F187-C832-FA34-7DD72B8693E4}"/>
              </a:ext>
            </a:extLst>
          </p:cNvPr>
          <p:cNvSpPr/>
          <p:nvPr/>
        </p:nvSpPr>
        <p:spPr>
          <a:xfrm>
            <a:off x="85090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CC0A79A6-861D-26B4-DCFC-CDAA699BEC37}"/>
              </a:ext>
            </a:extLst>
          </p:cNvPr>
          <p:cNvSpPr/>
          <p:nvPr/>
        </p:nvSpPr>
        <p:spPr>
          <a:xfrm>
            <a:off x="89916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C17330A3-D0D6-A7CE-8F85-55FB8D0743BF}"/>
              </a:ext>
            </a:extLst>
          </p:cNvPr>
          <p:cNvSpPr/>
          <p:nvPr/>
        </p:nvSpPr>
        <p:spPr>
          <a:xfrm>
            <a:off x="94742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0BB641B-9F1E-EA69-B32F-DF24EC9DB4D9}"/>
              </a:ext>
            </a:extLst>
          </p:cNvPr>
          <p:cNvSpPr/>
          <p:nvPr/>
        </p:nvSpPr>
        <p:spPr>
          <a:xfrm>
            <a:off x="99568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197C3D3-AFED-9562-2DD3-DC32BEB60192}"/>
              </a:ext>
            </a:extLst>
          </p:cNvPr>
          <p:cNvSpPr/>
          <p:nvPr/>
        </p:nvSpPr>
        <p:spPr>
          <a:xfrm>
            <a:off x="104394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4B1B15CA-2DD6-8031-8DC8-254BB2C0F893}"/>
              </a:ext>
            </a:extLst>
          </p:cNvPr>
          <p:cNvSpPr/>
          <p:nvPr/>
        </p:nvSpPr>
        <p:spPr>
          <a:xfrm>
            <a:off x="109220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2791ABEB-B073-CFD1-C670-F1C8E6FA2D75}"/>
              </a:ext>
            </a:extLst>
          </p:cNvPr>
          <p:cNvSpPr/>
          <p:nvPr/>
        </p:nvSpPr>
        <p:spPr>
          <a:xfrm>
            <a:off x="114046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EF42834D-8FE8-1B84-EEAE-C4A391CA56BF}"/>
              </a:ext>
            </a:extLst>
          </p:cNvPr>
          <p:cNvSpPr/>
          <p:nvPr/>
        </p:nvSpPr>
        <p:spPr>
          <a:xfrm>
            <a:off x="118872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1A10FEE0-E37F-52D7-3821-0B2F28515C31}"/>
              </a:ext>
            </a:extLst>
          </p:cNvPr>
          <p:cNvSpPr/>
          <p:nvPr/>
        </p:nvSpPr>
        <p:spPr>
          <a:xfrm>
            <a:off x="12369800" y="5257800"/>
            <a:ext cx="482600" cy="457200"/>
          </a:xfrm>
          <a:prstGeom prst="rect">
            <a:avLst/>
          </a:prstGeom>
          <a:solidFill>
            <a:srgbClr val="E2EDF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279B9C62-4399-7F31-1B59-9C2FD84C5258}"/>
              </a:ext>
            </a:extLst>
          </p:cNvPr>
          <p:cNvSpPr/>
          <p:nvPr/>
        </p:nvSpPr>
        <p:spPr>
          <a:xfrm>
            <a:off x="9042400" y="5346700"/>
            <a:ext cx="3759200" cy="2794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942F099-F6BE-50B8-1A01-04077F11B166}"/>
              </a:ext>
            </a:extLst>
          </p:cNvPr>
          <p:cNvSpPr txBox="1"/>
          <p:nvPr/>
        </p:nvSpPr>
        <p:spPr>
          <a:xfrm>
            <a:off x="9105900" y="5372100"/>
            <a:ext cx="36322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Pilot UAT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6CC2D5A-D67B-5824-7020-1E3095879809}"/>
              </a:ext>
            </a:extLst>
          </p:cNvPr>
          <p:cNvSpPr/>
          <p:nvPr/>
        </p:nvSpPr>
        <p:spPr>
          <a:xfrm>
            <a:off x="1473200" y="5715000"/>
            <a:ext cx="3175000" cy="457200"/>
          </a:xfrm>
          <a:prstGeom prst="rect">
            <a:avLst/>
          </a:prstGeom>
          <a:solidFill>
            <a:srgbClr val="E5EFF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B3203C79-5D96-FD20-9A0B-FC6203180E1E}"/>
              </a:ext>
            </a:extLst>
          </p:cNvPr>
          <p:cNvSpPr txBox="1"/>
          <p:nvPr/>
        </p:nvSpPr>
        <p:spPr>
          <a:xfrm>
            <a:off x="1574800" y="5765800"/>
            <a:ext cx="1168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Release package &amp; demo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7FA28E9-216E-A0FD-ED08-7B17B3903C7D}"/>
              </a:ext>
            </a:extLst>
          </p:cNvPr>
          <p:cNvSpPr txBox="1"/>
          <p:nvPr/>
        </p:nvSpPr>
        <p:spPr>
          <a:xfrm>
            <a:off x="2768600" y="5765800"/>
            <a:ext cx="1803400" cy="13337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altLang="zh-CN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CRX/ZIP</a:t>
            </a:r>
            <a:r>
              <a:rPr lang="zh-CN" altLang="en-US" sz="7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、安装说明、领导演示材料</a:t>
            </a:r>
            <a:endParaRPr lang="en-US" sz="700">
              <a:solidFill>
                <a:srgbClr val="53617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86CA571-682C-EFD7-D084-9728E29B3537}"/>
              </a:ext>
            </a:extLst>
          </p:cNvPr>
          <p:cNvSpPr/>
          <p:nvPr/>
        </p:nvSpPr>
        <p:spPr>
          <a:xfrm>
            <a:off x="46482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185A3E36-AB56-C685-BA8C-4F707AA8665D}"/>
              </a:ext>
            </a:extLst>
          </p:cNvPr>
          <p:cNvSpPr/>
          <p:nvPr/>
        </p:nvSpPr>
        <p:spPr>
          <a:xfrm>
            <a:off x="51308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7D804C29-2929-E744-89E4-F630033F7D2B}"/>
              </a:ext>
            </a:extLst>
          </p:cNvPr>
          <p:cNvSpPr/>
          <p:nvPr/>
        </p:nvSpPr>
        <p:spPr>
          <a:xfrm>
            <a:off x="56134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CA0E30C7-D67B-440B-527D-ED0A9A5430A6}"/>
              </a:ext>
            </a:extLst>
          </p:cNvPr>
          <p:cNvSpPr/>
          <p:nvPr/>
        </p:nvSpPr>
        <p:spPr>
          <a:xfrm>
            <a:off x="60960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2021DD5D-FAD5-F671-7837-A7D9DBD1D057}"/>
              </a:ext>
            </a:extLst>
          </p:cNvPr>
          <p:cNvSpPr/>
          <p:nvPr/>
        </p:nvSpPr>
        <p:spPr>
          <a:xfrm>
            <a:off x="65786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D3F1E68-2C59-E91E-8C37-091031AB11BD}"/>
              </a:ext>
            </a:extLst>
          </p:cNvPr>
          <p:cNvSpPr/>
          <p:nvPr/>
        </p:nvSpPr>
        <p:spPr>
          <a:xfrm>
            <a:off x="70612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285E8220-EFE0-7E48-1711-4CF73920861F}"/>
              </a:ext>
            </a:extLst>
          </p:cNvPr>
          <p:cNvSpPr/>
          <p:nvPr/>
        </p:nvSpPr>
        <p:spPr>
          <a:xfrm>
            <a:off x="75438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9D53A815-5DEF-2140-2B82-E316B1C5EA7C}"/>
              </a:ext>
            </a:extLst>
          </p:cNvPr>
          <p:cNvSpPr/>
          <p:nvPr/>
        </p:nvSpPr>
        <p:spPr>
          <a:xfrm>
            <a:off x="80264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01ED2A3C-7F0D-6F7E-E454-605633045205}"/>
              </a:ext>
            </a:extLst>
          </p:cNvPr>
          <p:cNvSpPr/>
          <p:nvPr/>
        </p:nvSpPr>
        <p:spPr>
          <a:xfrm>
            <a:off x="85090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95DF3FE-E91E-246B-8D0C-FB12D42E590B}"/>
              </a:ext>
            </a:extLst>
          </p:cNvPr>
          <p:cNvSpPr/>
          <p:nvPr/>
        </p:nvSpPr>
        <p:spPr>
          <a:xfrm>
            <a:off x="89916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9E45072-E099-C1BB-80AA-FE2AB43FBF92}"/>
              </a:ext>
            </a:extLst>
          </p:cNvPr>
          <p:cNvSpPr/>
          <p:nvPr/>
        </p:nvSpPr>
        <p:spPr>
          <a:xfrm>
            <a:off x="94742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1152025-7140-22BA-F2F0-06EF41EDC3D7}"/>
              </a:ext>
            </a:extLst>
          </p:cNvPr>
          <p:cNvSpPr/>
          <p:nvPr/>
        </p:nvSpPr>
        <p:spPr>
          <a:xfrm>
            <a:off x="99568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DCA44E06-C541-CC09-CCF8-6D8E9EE70306}"/>
              </a:ext>
            </a:extLst>
          </p:cNvPr>
          <p:cNvSpPr/>
          <p:nvPr/>
        </p:nvSpPr>
        <p:spPr>
          <a:xfrm>
            <a:off x="104394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373CF7A-366E-3D2B-A889-9008982555A9}"/>
              </a:ext>
            </a:extLst>
          </p:cNvPr>
          <p:cNvSpPr/>
          <p:nvPr/>
        </p:nvSpPr>
        <p:spPr>
          <a:xfrm>
            <a:off x="109220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1C7D7DB8-AEEC-8258-68C6-51A3B8E6429D}"/>
              </a:ext>
            </a:extLst>
          </p:cNvPr>
          <p:cNvSpPr/>
          <p:nvPr/>
        </p:nvSpPr>
        <p:spPr>
          <a:xfrm>
            <a:off x="114046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072902C8-AF65-5436-74E8-B39006677F34}"/>
              </a:ext>
            </a:extLst>
          </p:cNvPr>
          <p:cNvSpPr/>
          <p:nvPr/>
        </p:nvSpPr>
        <p:spPr>
          <a:xfrm>
            <a:off x="118872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4D27856-3739-20D2-123C-FB055546E496}"/>
              </a:ext>
            </a:extLst>
          </p:cNvPr>
          <p:cNvSpPr/>
          <p:nvPr/>
        </p:nvSpPr>
        <p:spPr>
          <a:xfrm>
            <a:off x="12369800" y="5715000"/>
            <a:ext cx="482600" cy="457200"/>
          </a:xfrm>
          <a:prstGeom prst="rect">
            <a:avLst/>
          </a:prstGeom>
          <a:solidFill>
            <a:srgbClr val="EEF6FC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931AA125-64EB-47FF-DCD1-5C187C8C76B5}"/>
              </a:ext>
            </a:extLst>
          </p:cNvPr>
          <p:cNvSpPr/>
          <p:nvPr/>
        </p:nvSpPr>
        <p:spPr>
          <a:xfrm>
            <a:off x="10490200" y="5803900"/>
            <a:ext cx="2311400" cy="279400"/>
          </a:xfrm>
          <a:prstGeom prst="roundRect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FBA135AB-D56E-78E5-33BF-29760550B3B2}"/>
              </a:ext>
            </a:extLst>
          </p:cNvPr>
          <p:cNvSpPr txBox="1"/>
          <p:nvPr/>
        </p:nvSpPr>
        <p:spPr>
          <a:xfrm>
            <a:off x="10553700" y="5829300"/>
            <a:ext cx="21844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v1.7 release</a:t>
            </a:r>
          </a:p>
        </p:txBody>
      </p: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814EA6D-8F12-607F-4FD7-752C6E94439F}"/>
              </a:ext>
            </a:extLst>
          </p:cNvPr>
          <p:cNvCxnSpPr/>
          <p:nvPr/>
        </p:nvCxnSpPr>
        <p:spPr>
          <a:xfrm>
            <a:off x="7785100" y="939800"/>
            <a:ext cx="0" cy="5029200"/>
          </a:xfrm>
          <a:prstGeom prst="line">
            <a:avLst/>
          </a:prstGeom>
          <a:ln w="25400">
            <a:solidFill>
              <a:srgbClr val="D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623531EA-A030-5198-4C15-B22D707837D8}"/>
              </a:ext>
            </a:extLst>
          </p:cNvPr>
          <p:cNvSpPr txBox="1"/>
          <p:nvPr/>
        </p:nvSpPr>
        <p:spPr>
          <a:xfrm>
            <a:off x="7175500" y="1117600"/>
            <a:ext cx="12192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DC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M1 v1.5 Demo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67BB207D-840F-7C84-28FE-3A04DDA8E15D}"/>
              </a:ext>
            </a:extLst>
          </p:cNvPr>
          <p:cNvSpPr/>
          <p:nvPr/>
        </p:nvSpPr>
        <p:spPr>
          <a:xfrm>
            <a:off x="7721600" y="1308100"/>
            <a:ext cx="127000" cy="127000"/>
          </a:xfrm>
          <a:prstGeom prst="ellipse">
            <a:avLst/>
          </a:prstGeom>
          <a:solidFill>
            <a:srgbClr val="DC0000"/>
          </a:solidFill>
          <a:ln w="12700">
            <a:solidFill>
              <a:srgbClr val="D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CD1B0324-4657-6AE1-49BF-1DBD7E7250D4}"/>
              </a:ext>
            </a:extLst>
          </p:cNvPr>
          <p:cNvCxnSpPr/>
          <p:nvPr/>
        </p:nvCxnSpPr>
        <p:spPr>
          <a:xfrm>
            <a:off x="10198100" y="939800"/>
            <a:ext cx="0" cy="5029200"/>
          </a:xfrm>
          <a:prstGeom prst="line">
            <a:avLst/>
          </a:prstGeom>
          <a:ln w="38100">
            <a:solidFill>
              <a:srgbClr val="D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1AAF54B1-1C21-CCB8-981A-6630E2B2FD1E}"/>
              </a:ext>
            </a:extLst>
          </p:cNvPr>
          <p:cNvSpPr txBox="1"/>
          <p:nvPr/>
        </p:nvSpPr>
        <p:spPr>
          <a:xfrm>
            <a:off x="9436100" y="1117600"/>
            <a:ext cx="15240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DC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M2 Pilot Go/No-Go</a:t>
            </a:r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7DF97197-58EF-6E9C-5423-2C23BA1A546B}"/>
              </a:ext>
            </a:extLst>
          </p:cNvPr>
          <p:cNvSpPr/>
          <p:nvPr/>
        </p:nvSpPr>
        <p:spPr>
          <a:xfrm>
            <a:off x="10134600" y="1308100"/>
            <a:ext cx="127000" cy="127000"/>
          </a:xfrm>
          <a:prstGeom prst="ellipse">
            <a:avLst/>
          </a:prstGeom>
          <a:solidFill>
            <a:srgbClr val="DC0000"/>
          </a:solidFill>
          <a:ln w="12700">
            <a:solidFill>
              <a:srgbClr val="D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B9F0BB66-FD58-3B66-A5AC-0ED2770DE595}"/>
              </a:ext>
            </a:extLst>
          </p:cNvPr>
          <p:cNvCxnSpPr/>
          <p:nvPr/>
        </p:nvCxnSpPr>
        <p:spPr>
          <a:xfrm>
            <a:off x="12611100" y="939800"/>
            <a:ext cx="0" cy="5029200"/>
          </a:xfrm>
          <a:prstGeom prst="line">
            <a:avLst/>
          </a:prstGeom>
          <a:ln w="38100">
            <a:solidFill>
              <a:srgbClr val="00B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0DEED99B-A3A7-98CD-97F7-BDB671E36514}"/>
              </a:ext>
            </a:extLst>
          </p:cNvPr>
          <p:cNvSpPr txBox="1"/>
          <p:nvPr/>
        </p:nvSpPr>
        <p:spPr>
          <a:xfrm>
            <a:off x="11976100" y="1117600"/>
            <a:ext cx="12700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US" sz="8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M3 v1.7 Release</a:t>
            </a:r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E3DAEA01-0EDB-D66B-F937-54E11D17023E}"/>
              </a:ext>
            </a:extLst>
          </p:cNvPr>
          <p:cNvSpPr/>
          <p:nvPr/>
        </p:nvSpPr>
        <p:spPr>
          <a:xfrm>
            <a:off x="12547600" y="1308100"/>
            <a:ext cx="127000" cy="127000"/>
          </a:xfrm>
          <a:prstGeom prst="ellipse">
            <a:avLst/>
          </a:prstGeom>
          <a:solidFill>
            <a:srgbClr val="00B250"/>
          </a:solidFill>
          <a:ln w="12700">
            <a:solidFill>
              <a:srgbClr val="00B2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91512EBD-0E48-2106-5D57-CA425DEB0CA1}"/>
              </a:ext>
            </a:extLst>
          </p:cNvPr>
          <p:cNvSpPr/>
          <p:nvPr/>
        </p:nvSpPr>
        <p:spPr>
          <a:xfrm>
            <a:off x="8178800" y="6324600"/>
            <a:ext cx="3937000" cy="736600"/>
          </a:xfrm>
          <a:prstGeom prst="rect">
            <a:avLst/>
          </a:prstGeom>
          <a:solidFill>
            <a:srgbClr val="FFFFEC"/>
          </a:solidFill>
          <a:ln w="12700">
            <a:solidFill>
              <a:srgbClr val="005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6F29E369-1D02-229E-B76E-3D5C0F6726E3}"/>
              </a:ext>
            </a:extLst>
          </p:cNvPr>
          <p:cNvSpPr txBox="1"/>
          <p:nvPr/>
        </p:nvSpPr>
        <p:spPr>
          <a:xfrm>
            <a:off x="8280400" y="6413500"/>
            <a:ext cx="3733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altLang="zh-CN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Week 2 </a:t>
            </a:r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目标：</a:t>
            </a:r>
            <a:r>
              <a:rPr lang="en-US" altLang="zh-CN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建议页能基于 </a:t>
            </a:r>
            <a:r>
              <a:rPr lang="en-US" altLang="zh-CN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+ </a:t>
            </a:r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上传证据输出 </a:t>
            </a:r>
            <a:r>
              <a:rPr lang="en-US" altLang="zh-CN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BP/GP </a:t>
            </a:r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候选和项目问题点</a:t>
            </a:r>
            <a:endParaRPr lang="en-US" sz="900" b="1">
              <a:solidFill>
                <a:srgbClr val="00B25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E050C7D0-2C9D-4BDF-389B-C8F14927476B}"/>
              </a:ext>
            </a:extLst>
          </p:cNvPr>
          <p:cNvCxnSpPr/>
          <p:nvPr/>
        </p:nvCxnSpPr>
        <p:spPr>
          <a:xfrm flipH="1" flipV="1">
            <a:off x="8813800" y="5486400"/>
            <a:ext cx="711200" cy="838200"/>
          </a:xfrm>
          <a:prstGeom prst="line">
            <a:avLst/>
          </a:prstGeom>
          <a:ln w="19050">
            <a:solidFill>
              <a:srgbClr val="005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Rectangle 273">
            <a:extLst>
              <a:ext uri="{FF2B5EF4-FFF2-40B4-BE49-F238E27FC236}">
                <a16:creationId xmlns:a16="http://schemas.microsoft.com/office/drawing/2014/main" id="{473CEA20-26E4-B1EE-8AB5-DC63BD3AEE86}"/>
              </a:ext>
            </a:extLst>
          </p:cNvPr>
          <p:cNvSpPr/>
          <p:nvPr/>
        </p:nvSpPr>
        <p:spPr>
          <a:xfrm>
            <a:off x="10464800" y="6324600"/>
            <a:ext cx="4216400" cy="736600"/>
          </a:xfrm>
          <a:prstGeom prst="rect">
            <a:avLst/>
          </a:prstGeom>
          <a:solidFill>
            <a:srgbClr val="FFFFEC"/>
          </a:solidFill>
          <a:ln w="12700">
            <a:solidFill>
              <a:srgbClr val="00B2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A8DCA32A-D7E9-994A-6A93-96B0F3E6F56D}"/>
              </a:ext>
            </a:extLst>
          </p:cNvPr>
          <p:cNvSpPr txBox="1"/>
          <p:nvPr/>
        </p:nvSpPr>
        <p:spPr>
          <a:xfrm>
            <a:off x="10566400" y="6413500"/>
            <a:ext cx="40132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altLang="zh-CN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Week 3 </a:t>
            </a:r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目标：真实项目 </a:t>
            </a:r>
            <a:r>
              <a:rPr lang="en-US" altLang="zh-CN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UAT </a:t>
            </a:r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完成，输出可安装插件包、</a:t>
            </a:r>
            <a:r>
              <a:rPr lang="en-US" altLang="zh-CN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PDF </a:t>
            </a:r>
            <a:r>
              <a:rPr lang="zh-CN" altLang="en-US" sz="900" b="1">
                <a:solidFill>
                  <a:srgbClr val="00B25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报告样张和领导演示材料</a:t>
            </a:r>
            <a:endParaRPr lang="en-US" sz="900" b="1">
              <a:solidFill>
                <a:srgbClr val="00B25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508A8D2-1F2D-5317-3127-9F65127501BB}"/>
              </a:ext>
            </a:extLst>
          </p:cNvPr>
          <p:cNvCxnSpPr/>
          <p:nvPr/>
        </p:nvCxnSpPr>
        <p:spPr>
          <a:xfrm flipH="1" flipV="1">
            <a:off x="11150600" y="5486400"/>
            <a:ext cx="660400" cy="838200"/>
          </a:xfrm>
          <a:prstGeom prst="line">
            <a:avLst/>
          </a:prstGeom>
          <a:ln w="19050">
            <a:solidFill>
              <a:srgbClr val="00B2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Rectangle 276">
            <a:extLst>
              <a:ext uri="{FF2B5EF4-FFF2-40B4-BE49-F238E27FC236}">
                <a16:creationId xmlns:a16="http://schemas.microsoft.com/office/drawing/2014/main" id="{4B887F9A-EA85-D46F-F0D4-81C382817660}"/>
              </a:ext>
            </a:extLst>
          </p:cNvPr>
          <p:cNvSpPr/>
          <p:nvPr/>
        </p:nvSpPr>
        <p:spPr>
          <a:xfrm>
            <a:off x="1473200" y="7493000"/>
            <a:ext cx="132842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7F2704CA-7083-A05B-E550-9F97D575F540}"/>
              </a:ext>
            </a:extLst>
          </p:cNvPr>
          <p:cNvSpPr txBox="1"/>
          <p:nvPr/>
        </p:nvSpPr>
        <p:spPr>
          <a:xfrm>
            <a:off x="1676400" y="7645400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ja-JP" altLang="en-US" sz="1200" b="1">
                <a:solidFill>
                  <a:srgbClr val="DC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关键依赖</a:t>
            </a:r>
            <a:endParaRPr lang="en-US" sz="1200" b="1">
              <a:solidFill>
                <a:srgbClr val="DC000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75705847-286B-6724-ACCF-FEA8CCF0B4D4}"/>
              </a:ext>
            </a:extLst>
          </p:cNvPr>
          <p:cNvSpPr txBox="1"/>
          <p:nvPr/>
        </p:nvSpPr>
        <p:spPr>
          <a:xfrm>
            <a:off x="2997200" y="7645400"/>
            <a:ext cx="11176000" cy="53347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altLang="zh-CN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Helix REST </a:t>
            </a:r>
            <a:r>
              <a:rPr lang="zh-CN" altLang="en-US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网络与账号权限稳定；</a:t>
            </a:r>
            <a:r>
              <a:rPr lang="en-US" altLang="zh-CN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CEP-LP XiaoPeng / CDD </a:t>
            </a:r>
            <a:r>
              <a:rPr lang="zh-CN" altLang="en-US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样本可持续访问。</a:t>
            </a:r>
          </a:p>
          <a:p>
            <a:r>
              <a:rPr lang="en-US" altLang="zh-CN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Codex bridge </a:t>
            </a:r>
            <a:r>
              <a:rPr lang="zh-CN" altLang="en-US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按企业配置运行，避免模型</a:t>
            </a:r>
            <a:r>
              <a:rPr lang="en-US" altLang="zh-CN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认证变更影响审核页。</a:t>
            </a:r>
          </a:p>
          <a:p>
            <a:r>
              <a:rPr lang="en-US" altLang="zh-CN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100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每周五形成可演示版本，领导评审后锁定下一周范围，避免功能蔓延。</a:t>
            </a:r>
            <a:endParaRPr lang="en-US" sz="1100">
              <a:solidFill>
                <a:srgbClr val="00000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137BE237-D2B0-F951-BE69-E7DF8F44CE45}"/>
              </a:ext>
            </a:extLst>
          </p:cNvPr>
          <p:cNvSpPr txBox="1"/>
          <p:nvPr/>
        </p:nvSpPr>
        <p:spPr>
          <a:xfrm>
            <a:off x="13970000" y="8699500"/>
            <a:ext cx="1397000" cy="14875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r"/>
            <a:r>
              <a:rPr lang="en-US" sz="800">
                <a:solidFill>
                  <a:srgbClr val="53617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0670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YuMeng Li</dc:creator>
  <cp:lastModifiedBy>YuMeng Li</cp:lastModifiedBy>
  <cp:revision>1</cp:revision>
  <dcterms:created xsi:type="dcterms:W3CDTF">2026-07-23T01:40:35Z</dcterms:created>
  <dcterms:modified xsi:type="dcterms:W3CDTF">2026-07-23T01:43:23Z</dcterms:modified>
</cp:coreProperties>
</file>